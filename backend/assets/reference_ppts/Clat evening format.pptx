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Play"/>
      <p:regular r:id="rId13"/>
      <p:bold r:id="rId14"/>
    </p:embeddedFont>
    <p:embeddedFont>
      <p:font typeface="Poppins"/>
      <p:regular r:id="rId15"/>
      <p:bold r:id="rId16"/>
      <p:italic r:id="rId17"/>
      <p:boldItalic r:id="rId18"/>
    </p:embeddedFont>
    <p:embeddedFont>
      <p:font typeface="Poppins Black"/>
      <p:bold r:id="rId19"/>
      <p:boldItalic r:id="rId20"/>
    </p:embeddedFont>
    <p:embeddedFont>
      <p:font typeface="Poppins ExtraBold"/>
      <p:bold r:id="rId21"/>
      <p:boldItalic r:id="rId22"/>
    </p:embeddedFont>
    <p:embeddedFont>
      <p:font typeface="Cambria Math"/>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lack-boldItalic.fntdata"/><Relationship Id="rId11" Type="http://schemas.openxmlformats.org/officeDocument/2006/relationships/slide" Target="slides/slide5.xml"/><Relationship Id="rId22" Type="http://schemas.openxmlformats.org/officeDocument/2006/relationships/font" Target="fonts/PoppinsExtraBold-boldItalic.fntdata"/><Relationship Id="rId10" Type="http://schemas.openxmlformats.org/officeDocument/2006/relationships/slide" Target="slides/slide4.xml"/><Relationship Id="rId21" Type="http://schemas.openxmlformats.org/officeDocument/2006/relationships/font" Target="fonts/PoppinsExtraBold-bold.fntdata"/><Relationship Id="rId13" Type="http://schemas.openxmlformats.org/officeDocument/2006/relationships/font" Target="fonts/Play-regular.fntdata"/><Relationship Id="rId12" Type="http://schemas.openxmlformats.org/officeDocument/2006/relationships/slide" Target="slides/slide6.xml"/><Relationship Id="rId23" Type="http://schemas.openxmlformats.org/officeDocument/2006/relationships/font" Target="fonts/CambriaMath-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Poppins-regular.fntdata"/><Relationship Id="rId14" Type="http://schemas.openxmlformats.org/officeDocument/2006/relationships/font" Target="fonts/Play-bold.fntdata"/><Relationship Id="rId17" Type="http://schemas.openxmlformats.org/officeDocument/2006/relationships/font" Target="fonts/Poppins-italic.fntdata"/><Relationship Id="rId16" Type="http://schemas.openxmlformats.org/officeDocument/2006/relationships/font" Target="fonts/Poppins-bold.fntdata"/><Relationship Id="rId5" Type="http://schemas.openxmlformats.org/officeDocument/2006/relationships/slideMaster" Target="slideMasters/slideMaster2.xml"/><Relationship Id="rId19" Type="http://schemas.openxmlformats.org/officeDocument/2006/relationships/font" Target="fonts/PoppinsBlack-bold.fntdata"/><Relationship Id="rId6" Type="http://schemas.openxmlformats.org/officeDocument/2006/relationships/notesMaster" Target="notesMasters/notesMaster1.xml"/><Relationship Id="rId18" Type="http://schemas.openxmlformats.org/officeDocument/2006/relationships/font" Target="fonts/Poppins-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77ba3da63_2_27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3e77ba3da63_2_2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77ba3da63_2_11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3e77ba3da63_2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77ba3da63_2_12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e77ba3da63_2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77ba3da63_2_14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e77ba3da63_2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77ba3da63_2_16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3e77ba3da63_2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e77ba3da63_2_26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e77ba3da63_2_2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4"/>
          <p:cNvSpPr txBox="1"/>
          <p:nvPr>
            <p:ph idx="10" type="dt"/>
          </p:nvPr>
        </p:nvSpPr>
        <p:spPr>
          <a:xfrm>
            <a:off x="628650" y="4767263"/>
            <a:ext cx="20574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53" name="Google Shape;53;p14"/>
          <p:cNvSpPr txBox="1"/>
          <p:nvPr>
            <p:ph idx="11" type="ftr"/>
          </p:nvPr>
        </p:nvSpPr>
        <p:spPr>
          <a:xfrm>
            <a:off x="3028950" y="4767263"/>
            <a:ext cx="30861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54" name="Google Shape;54;p14"/>
          <p:cNvSpPr txBox="1"/>
          <p:nvPr>
            <p:ph idx="12" type="sldNum"/>
          </p:nvPr>
        </p:nvSpPr>
        <p:spPr>
          <a:xfrm>
            <a:off x="6457950" y="4767263"/>
            <a:ext cx="2057400" cy="273844"/>
          </a:xfrm>
          <a:prstGeom prst="rect">
            <a:avLst/>
          </a:prstGeom>
          <a:noFill/>
          <a:ln>
            <a:noFill/>
          </a:ln>
        </p:spPr>
        <p:txBody>
          <a:bodyPr anchorCtr="0" anchor="t" bIns="11425" lIns="22850" spcFirstLastPara="1" rIns="22850" wrap="square" tIns="11425">
            <a:noAutofit/>
          </a:bodyPr>
          <a:lstStyle>
            <a:lvl1pPr indent="0" lvl="0" marL="0" marR="0" rtl="0" algn="l">
              <a:spcBef>
                <a:spcPts val="0"/>
              </a:spcBef>
              <a:buNone/>
              <a:defRPr sz="500">
                <a:solidFill>
                  <a:schemeClr val="dk1"/>
                </a:solidFill>
                <a:latin typeface="Arial"/>
                <a:ea typeface="Arial"/>
                <a:cs typeface="Arial"/>
                <a:sym typeface="Arial"/>
              </a:defRPr>
            </a:lvl1pPr>
            <a:lvl2pPr indent="0" lvl="1" marL="0" marR="0" rtl="0" algn="l">
              <a:spcBef>
                <a:spcPts val="0"/>
              </a:spcBef>
              <a:buNone/>
              <a:defRPr sz="500">
                <a:solidFill>
                  <a:schemeClr val="dk1"/>
                </a:solidFill>
                <a:latin typeface="Arial"/>
                <a:ea typeface="Arial"/>
                <a:cs typeface="Arial"/>
                <a:sym typeface="Arial"/>
              </a:defRPr>
            </a:lvl2pPr>
            <a:lvl3pPr indent="0" lvl="2" marL="0" marR="0" rtl="0" algn="l">
              <a:spcBef>
                <a:spcPts val="0"/>
              </a:spcBef>
              <a:buNone/>
              <a:defRPr sz="500">
                <a:solidFill>
                  <a:schemeClr val="dk1"/>
                </a:solidFill>
                <a:latin typeface="Arial"/>
                <a:ea typeface="Arial"/>
                <a:cs typeface="Arial"/>
                <a:sym typeface="Arial"/>
              </a:defRPr>
            </a:lvl3pPr>
            <a:lvl4pPr indent="0" lvl="3" marL="0" marR="0" rtl="0" algn="l">
              <a:spcBef>
                <a:spcPts val="0"/>
              </a:spcBef>
              <a:buNone/>
              <a:defRPr sz="500">
                <a:solidFill>
                  <a:schemeClr val="dk1"/>
                </a:solidFill>
                <a:latin typeface="Arial"/>
                <a:ea typeface="Arial"/>
                <a:cs typeface="Arial"/>
                <a:sym typeface="Arial"/>
              </a:defRPr>
            </a:lvl4pPr>
            <a:lvl5pPr indent="0" lvl="4" marL="0" marR="0" rtl="0" algn="l">
              <a:spcBef>
                <a:spcPts val="0"/>
              </a:spcBef>
              <a:buNone/>
              <a:defRPr sz="500">
                <a:solidFill>
                  <a:schemeClr val="dk1"/>
                </a:solidFill>
                <a:latin typeface="Arial"/>
                <a:ea typeface="Arial"/>
                <a:cs typeface="Arial"/>
                <a:sym typeface="Arial"/>
              </a:defRPr>
            </a:lvl5pPr>
            <a:lvl6pPr indent="0" lvl="5" marL="0" marR="0" rtl="0" algn="l">
              <a:spcBef>
                <a:spcPts val="0"/>
              </a:spcBef>
              <a:buNone/>
              <a:defRPr sz="500">
                <a:solidFill>
                  <a:schemeClr val="dk1"/>
                </a:solidFill>
                <a:latin typeface="Arial"/>
                <a:ea typeface="Arial"/>
                <a:cs typeface="Arial"/>
                <a:sym typeface="Arial"/>
              </a:defRPr>
            </a:lvl6pPr>
            <a:lvl7pPr indent="0" lvl="6" marL="0" marR="0" rtl="0" algn="l">
              <a:spcBef>
                <a:spcPts val="0"/>
              </a:spcBef>
              <a:buNone/>
              <a:defRPr sz="500">
                <a:solidFill>
                  <a:schemeClr val="dk1"/>
                </a:solidFill>
                <a:latin typeface="Arial"/>
                <a:ea typeface="Arial"/>
                <a:cs typeface="Arial"/>
                <a:sym typeface="Arial"/>
              </a:defRPr>
            </a:lvl7pPr>
            <a:lvl8pPr indent="0" lvl="7" marL="0" marR="0" rtl="0" algn="l">
              <a:spcBef>
                <a:spcPts val="0"/>
              </a:spcBef>
              <a:buNone/>
              <a:defRPr sz="500">
                <a:solidFill>
                  <a:schemeClr val="dk1"/>
                </a:solidFill>
                <a:latin typeface="Arial"/>
                <a:ea typeface="Arial"/>
                <a:cs typeface="Arial"/>
                <a:sym typeface="Arial"/>
              </a:defRPr>
            </a:lvl8pPr>
            <a:lvl9pPr indent="0" lvl="8" marL="0" marR="0" rtl="0" algn="l">
              <a:spcBef>
                <a:spcPts val="0"/>
              </a:spcBef>
              <a:buNone/>
              <a:defRPr sz="5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5" name="Shape 55"/>
        <p:cNvGrpSpPr/>
        <p:nvPr/>
      </p:nvGrpSpPr>
      <p:grpSpPr>
        <a:xfrm>
          <a:off x="0" y="0"/>
          <a:ext cx="0" cy="0"/>
          <a:chOff x="0" y="0"/>
          <a:chExt cx="0" cy="0"/>
        </a:xfrm>
      </p:grpSpPr>
      <p:sp>
        <p:nvSpPr>
          <p:cNvPr id="56" name="Google Shape;56;p15"/>
          <p:cNvSpPr txBox="1"/>
          <p:nvPr>
            <p:ph type="ctrTitle"/>
          </p:nvPr>
        </p:nvSpPr>
        <p:spPr>
          <a:xfrm>
            <a:off x="1143000" y="841772"/>
            <a:ext cx="6858000" cy="1790700"/>
          </a:xfrm>
          <a:prstGeom prst="rect">
            <a:avLst/>
          </a:prstGeom>
          <a:noFill/>
          <a:ln>
            <a:noFill/>
          </a:ln>
        </p:spPr>
        <p:txBody>
          <a:bodyPr anchorCtr="0" anchor="b" bIns="11425" lIns="22850" spcFirstLastPara="1" rIns="22850" wrap="square" tIns="11425">
            <a:noAutofit/>
          </a:bodyPr>
          <a:lstStyle>
            <a:lvl1pPr lvl="0" marR="0" rtl="0" algn="ctr">
              <a:lnSpc>
                <a:spcPct val="90000"/>
              </a:lnSpc>
              <a:spcBef>
                <a:spcPts val="0"/>
              </a:spcBef>
              <a:spcAft>
                <a:spcPts val="0"/>
              </a:spcAft>
              <a:buClr>
                <a:schemeClr val="dk1"/>
              </a:buClr>
              <a:buSzPts val="4500"/>
              <a:buFont typeface="Play"/>
              <a:buNone/>
              <a:defRPr b="0" i="0" sz="4500" u="none" cap="none" strike="noStrike">
                <a:solidFill>
                  <a:schemeClr val="dk1"/>
                </a:solidFill>
                <a:latin typeface="Play"/>
                <a:ea typeface="Play"/>
                <a:cs typeface="Play"/>
                <a:sym typeface="Play"/>
              </a:defRPr>
            </a:lvl1pPr>
            <a:lvl2pPr lvl="1">
              <a:spcBef>
                <a:spcPts val="0"/>
              </a:spcBef>
              <a:spcAft>
                <a:spcPts val="0"/>
              </a:spcAft>
              <a:buSzPts val="400"/>
              <a:buNone/>
              <a:defRPr sz="500"/>
            </a:lvl2pPr>
            <a:lvl3pPr lvl="2">
              <a:spcBef>
                <a:spcPts val="0"/>
              </a:spcBef>
              <a:spcAft>
                <a:spcPts val="0"/>
              </a:spcAft>
              <a:buSzPts val="400"/>
              <a:buNone/>
              <a:defRPr sz="500"/>
            </a:lvl3pPr>
            <a:lvl4pPr lvl="3">
              <a:spcBef>
                <a:spcPts val="0"/>
              </a:spcBef>
              <a:spcAft>
                <a:spcPts val="0"/>
              </a:spcAft>
              <a:buSzPts val="400"/>
              <a:buNone/>
              <a:defRPr sz="500"/>
            </a:lvl4pPr>
            <a:lvl5pPr lvl="4">
              <a:spcBef>
                <a:spcPts val="0"/>
              </a:spcBef>
              <a:spcAft>
                <a:spcPts val="0"/>
              </a:spcAft>
              <a:buSzPts val="400"/>
              <a:buNone/>
              <a:defRPr sz="500"/>
            </a:lvl5pPr>
            <a:lvl6pPr lvl="5">
              <a:spcBef>
                <a:spcPts val="0"/>
              </a:spcBef>
              <a:spcAft>
                <a:spcPts val="0"/>
              </a:spcAft>
              <a:buSzPts val="400"/>
              <a:buNone/>
              <a:defRPr sz="500"/>
            </a:lvl6pPr>
            <a:lvl7pPr lvl="6">
              <a:spcBef>
                <a:spcPts val="0"/>
              </a:spcBef>
              <a:spcAft>
                <a:spcPts val="0"/>
              </a:spcAft>
              <a:buSzPts val="400"/>
              <a:buNone/>
              <a:defRPr sz="500"/>
            </a:lvl7pPr>
            <a:lvl8pPr lvl="7">
              <a:spcBef>
                <a:spcPts val="0"/>
              </a:spcBef>
              <a:spcAft>
                <a:spcPts val="0"/>
              </a:spcAft>
              <a:buSzPts val="400"/>
              <a:buNone/>
              <a:defRPr sz="500"/>
            </a:lvl8pPr>
            <a:lvl9pPr lvl="8">
              <a:spcBef>
                <a:spcPts val="0"/>
              </a:spcBef>
              <a:spcAft>
                <a:spcPts val="0"/>
              </a:spcAft>
              <a:buSzPts val="400"/>
              <a:buNone/>
              <a:defRPr sz="500"/>
            </a:lvl9pPr>
          </a:lstStyle>
          <a:p/>
        </p:txBody>
      </p:sp>
      <p:sp>
        <p:nvSpPr>
          <p:cNvPr id="57" name="Google Shape;57;p15"/>
          <p:cNvSpPr txBox="1"/>
          <p:nvPr>
            <p:ph idx="1" type="subTitle"/>
          </p:nvPr>
        </p:nvSpPr>
        <p:spPr>
          <a:xfrm>
            <a:off x="1143000" y="2701529"/>
            <a:ext cx="6858000" cy="1241822"/>
          </a:xfrm>
          <a:prstGeom prst="rect">
            <a:avLst/>
          </a:prstGeom>
          <a:noFill/>
          <a:ln>
            <a:noFill/>
          </a:ln>
        </p:spPr>
        <p:txBody>
          <a:bodyPr anchorCtr="0" anchor="t" bIns="11425" lIns="22850" spcFirstLastPara="1" rIns="22850" wrap="square" tIns="11425">
            <a:noAutofit/>
          </a:bodyPr>
          <a:lstStyle>
            <a:lvl1pPr lvl="0" marR="0" rtl="0" algn="ctr">
              <a:lnSpc>
                <a:spcPct val="90000"/>
              </a:lnSpc>
              <a:spcBef>
                <a:spcPts val="8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p:txBody>
      </p:sp>
      <p:sp>
        <p:nvSpPr>
          <p:cNvPr id="58" name="Google Shape;58;p15"/>
          <p:cNvSpPr txBox="1"/>
          <p:nvPr>
            <p:ph idx="10" type="dt"/>
          </p:nvPr>
        </p:nvSpPr>
        <p:spPr>
          <a:xfrm>
            <a:off x="628650" y="4767263"/>
            <a:ext cx="20574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59" name="Google Shape;59;p15"/>
          <p:cNvSpPr txBox="1"/>
          <p:nvPr>
            <p:ph idx="11" type="ftr"/>
          </p:nvPr>
        </p:nvSpPr>
        <p:spPr>
          <a:xfrm>
            <a:off x="3028950" y="4767263"/>
            <a:ext cx="30861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60" name="Google Shape;60;p15"/>
          <p:cNvSpPr txBox="1"/>
          <p:nvPr>
            <p:ph idx="12" type="sldNum"/>
          </p:nvPr>
        </p:nvSpPr>
        <p:spPr>
          <a:xfrm>
            <a:off x="6457950" y="4767263"/>
            <a:ext cx="2057400" cy="273844"/>
          </a:xfrm>
          <a:prstGeom prst="rect">
            <a:avLst/>
          </a:prstGeom>
          <a:noFill/>
          <a:ln>
            <a:noFill/>
          </a:ln>
        </p:spPr>
        <p:txBody>
          <a:bodyPr anchorCtr="0" anchor="t" bIns="11425" lIns="22850" spcFirstLastPara="1" rIns="22850" wrap="square" tIns="11425">
            <a:noAutofit/>
          </a:bodyPr>
          <a:lstStyle>
            <a:lvl1pPr indent="0" lvl="0" marL="0" marR="0" rtl="0" algn="l">
              <a:spcBef>
                <a:spcPts val="0"/>
              </a:spcBef>
              <a:buNone/>
              <a:defRPr sz="500">
                <a:solidFill>
                  <a:schemeClr val="dk1"/>
                </a:solidFill>
                <a:latin typeface="Arial"/>
                <a:ea typeface="Arial"/>
                <a:cs typeface="Arial"/>
                <a:sym typeface="Arial"/>
              </a:defRPr>
            </a:lvl1pPr>
            <a:lvl2pPr indent="0" lvl="1" marL="0" marR="0" rtl="0" algn="l">
              <a:spcBef>
                <a:spcPts val="0"/>
              </a:spcBef>
              <a:buNone/>
              <a:defRPr sz="500">
                <a:solidFill>
                  <a:schemeClr val="dk1"/>
                </a:solidFill>
                <a:latin typeface="Arial"/>
                <a:ea typeface="Arial"/>
                <a:cs typeface="Arial"/>
                <a:sym typeface="Arial"/>
              </a:defRPr>
            </a:lvl2pPr>
            <a:lvl3pPr indent="0" lvl="2" marL="0" marR="0" rtl="0" algn="l">
              <a:spcBef>
                <a:spcPts val="0"/>
              </a:spcBef>
              <a:buNone/>
              <a:defRPr sz="500">
                <a:solidFill>
                  <a:schemeClr val="dk1"/>
                </a:solidFill>
                <a:latin typeface="Arial"/>
                <a:ea typeface="Arial"/>
                <a:cs typeface="Arial"/>
                <a:sym typeface="Arial"/>
              </a:defRPr>
            </a:lvl3pPr>
            <a:lvl4pPr indent="0" lvl="3" marL="0" marR="0" rtl="0" algn="l">
              <a:spcBef>
                <a:spcPts val="0"/>
              </a:spcBef>
              <a:buNone/>
              <a:defRPr sz="500">
                <a:solidFill>
                  <a:schemeClr val="dk1"/>
                </a:solidFill>
                <a:latin typeface="Arial"/>
                <a:ea typeface="Arial"/>
                <a:cs typeface="Arial"/>
                <a:sym typeface="Arial"/>
              </a:defRPr>
            </a:lvl4pPr>
            <a:lvl5pPr indent="0" lvl="4" marL="0" marR="0" rtl="0" algn="l">
              <a:spcBef>
                <a:spcPts val="0"/>
              </a:spcBef>
              <a:buNone/>
              <a:defRPr sz="500">
                <a:solidFill>
                  <a:schemeClr val="dk1"/>
                </a:solidFill>
                <a:latin typeface="Arial"/>
                <a:ea typeface="Arial"/>
                <a:cs typeface="Arial"/>
                <a:sym typeface="Arial"/>
              </a:defRPr>
            </a:lvl5pPr>
            <a:lvl6pPr indent="0" lvl="5" marL="0" marR="0" rtl="0" algn="l">
              <a:spcBef>
                <a:spcPts val="0"/>
              </a:spcBef>
              <a:buNone/>
              <a:defRPr sz="500">
                <a:solidFill>
                  <a:schemeClr val="dk1"/>
                </a:solidFill>
                <a:latin typeface="Arial"/>
                <a:ea typeface="Arial"/>
                <a:cs typeface="Arial"/>
                <a:sym typeface="Arial"/>
              </a:defRPr>
            </a:lvl6pPr>
            <a:lvl7pPr indent="0" lvl="6" marL="0" marR="0" rtl="0" algn="l">
              <a:spcBef>
                <a:spcPts val="0"/>
              </a:spcBef>
              <a:buNone/>
              <a:defRPr sz="500">
                <a:solidFill>
                  <a:schemeClr val="dk1"/>
                </a:solidFill>
                <a:latin typeface="Arial"/>
                <a:ea typeface="Arial"/>
                <a:cs typeface="Arial"/>
                <a:sym typeface="Arial"/>
              </a:defRPr>
            </a:lvl7pPr>
            <a:lvl8pPr indent="0" lvl="7" marL="0" marR="0" rtl="0" algn="l">
              <a:spcBef>
                <a:spcPts val="0"/>
              </a:spcBef>
              <a:buNone/>
              <a:defRPr sz="500">
                <a:solidFill>
                  <a:schemeClr val="dk1"/>
                </a:solidFill>
                <a:latin typeface="Arial"/>
                <a:ea typeface="Arial"/>
                <a:cs typeface="Arial"/>
                <a:sym typeface="Arial"/>
              </a:defRPr>
            </a:lvl8pPr>
            <a:lvl9pPr indent="0" lvl="8" marL="0" marR="0" rtl="0" algn="l">
              <a:spcBef>
                <a:spcPts val="0"/>
              </a:spcBef>
              <a:buNone/>
              <a:defRPr sz="5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1" name="Shape 61"/>
        <p:cNvGrpSpPr/>
        <p:nvPr/>
      </p:nvGrpSpPr>
      <p:grpSpPr>
        <a:xfrm>
          <a:off x="0" y="0"/>
          <a:ext cx="0" cy="0"/>
          <a:chOff x="0" y="0"/>
          <a:chExt cx="0" cy="0"/>
        </a:xfrm>
      </p:grpSpPr>
      <p:sp>
        <p:nvSpPr>
          <p:cNvPr id="62" name="Google Shape;62;p16"/>
          <p:cNvSpPr txBox="1"/>
          <p:nvPr>
            <p:ph type="title"/>
          </p:nvPr>
        </p:nvSpPr>
        <p:spPr>
          <a:xfrm>
            <a:off x="628650" y="273844"/>
            <a:ext cx="7886700" cy="994172"/>
          </a:xfrm>
          <a:prstGeom prst="rect">
            <a:avLst/>
          </a:prstGeom>
          <a:noFill/>
          <a:ln>
            <a:noFill/>
          </a:ln>
        </p:spPr>
        <p:txBody>
          <a:bodyPr anchorCtr="0" anchor="t" bIns="11425" lIns="22850" spcFirstLastPara="1" rIns="22850" wrap="square" tIns="11425">
            <a:no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400"/>
              <a:buNone/>
              <a:defRPr sz="500"/>
            </a:lvl2pPr>
            <a:lvl3pPr lvl="2">
              <a:spcBef>
                <a:spcPts val="0"/>
              </a:spcBef>
              <a:spcAft>
                <a:spcPts val="0"/>
              </a:spcAft>
              <a:buSzPts val="400"/>
              <a:buNone/>
              <a:defRPr sz="500"/>
            </a:lvl3pPr>
            <a:lvl4pPr lvl="3">
              <a:spcBef>
                <a:spcPts val="0"/>
              </a:spcBef>
              <a:spcAft>
                <a:spcPts val="0"/>
              </a:spcAft>
              <a:buSzPts val="400"/>
              <a:buNone/>
              <a:defRPr sz="500"/>
            </a:lvl4pPr>
            <a:lvl5pPr lvl="4">
              <a:spcBef>
                <a:spcPts val="0"/>
              </a:spcBef>
              <a:spcAft>
                <a:spcPts val="0"/>
              </a:spcAft>
              <a:buSzPts val="400"/>
              <a:buNone/>
              <a:defRPr sz="500"/>
            </a:lvl5pPr>
            <a:lvl6pPr lvl="5">
              <a:spcBef>
                <a:spcPts val="0"/>
              </a:spcBef>
              <a:spcAft>
                <a:spcPts val="0"/>
              </a:spcAft>
              <a:buSzPts val="400"/>
              <a:buNone/>
              <a:defRPr sz="500"/>
            </a:lvl6pPr>
            <a:lvl7pPr lvl="6">
              <a:spcBef>
                <a:spcPts val="0"/>
              </a:spcBef>
              <a:spcAft>
                <a:spcPts val="0"/>
              </a:spcAft>
              <a:buSzPts val="400"/>
              <a:buNone/>
              <a:defRPr sz="500"/>
            </a:lvl7pPr>
            <a:lvl8pPr lvl="7">
              <a:spcBef>
                <a:spcPts val="0"/>
              </a:spcBef>
              <a:spcAft>
                <a:spcPts val="0"/>
              </a:spcAft>
              <a:buSzPts val="400"/>
              <a:buNone/>
              <a:defRPr sz="500"/>
            </a:lvl8pPr>
            <a:lvl9pPr lvl="8">
              <a:spcBef>
                <a:spcPts val="0"/>
              </a:spcBef>
              <a:spcAft>
                <a:spcPts val="0"/>
              </a:spcAft>
              <a:buSzPts val="400"/>
              <a:buNone/>
              <a:defRPr sz="500"/>
            </a:lvl9pPr>
          </a:lstStyle>
          <a:p/>
        </p:txBody>
      </p:sp>
      <p:sp>
        <p:nvSpPr>
          <p:cNvPr id="63" name="Google Shape;63;p16"/>
          <p:cNvSpPr txBox="1"/>
          <p:nvPr>
            <p:ph idx="1" type="body"/>
          </p:nvPr>
        </p:nvSpPr>
        <p:spPr>
          <a:xfrm>
            <a:off x="628650" y="1369219"/>
            <a:ext cx="7886700" cy="3263504"/>
          </a:xfrm>
          <a:prstGeom prst="rect">
            <a:avLst/>
          </a:prstGeom>
          <a:noFill/>
          <a:ln>
            <a:noFill/>
          </a:ln>
        </p:spPr>
        <p:txBody>
          <a:bodyPr anchorCtr="0" anchor="t" bIns="11425" lIns="22850" spcFirstLastPara="1" rIns="22850" wrap="square" tIns="1142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4" name="Google Shape;64;p16"/>
          <p:cNvSpPr txBox="1"/>
          <p:nvPr>
            <p:ph idx="10" type="dt"/>
          </p:nvPr>
        </p:nvSpPr>
        <p:spPr>
          <a:xfrm>
            <a:off x="628650" y="4767263"/>
            <a:ext cx="20574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65" name="Google Shape;65;p16"/>
          <p:cNvSpPr txBox="1"/>
          <p:nvPr>
            <p:ph idx="11" type="ftr"/>
          </p:nvPr>
        </p:nvSpPr>
        <p:spPr>
          <a:xfrm>
            <a:off x="3028950" y="4767263"/>
            <a:ext cx="30861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66" name="Google Shape;66;p16"/>
          <p:cNvSpPr txBox="1"/>
          <p:nvPr>
            <p:ph idx="12" type="sldNum"/>
          </p:nvPr>
        </p:nvSpPr>
        <p:spPr>
          <a:xfrm>
            <a:off x="6457950" y="4767263"/>
            <a:ext cx="2057400" cy="273844"/>
          </a:xfrm>
          <a:prstGeom prst="rect">
            <a:avLst/>
          </a:prstGeom>
          <a:noFill/>
          <a:ln>
            <a:noFill/>
          </a:ln>
        </p:spPr>
        <p:txBody>
          <a:bodyPr anchorCtr="0" anchor="t" bIns="11425" lIns="22850" spcFirstLastPara="1" rIns="22850" wrap="square" tIns="11425">
            <a:noAutofit/>
          </a:bodyPr>
          <a:lstStyle>
            <a:lvl1pPr indent="0" lvl="0" marL="0" marR="0" rtl="0" algn="l">
              <a:spcBef>
                <a:spcPts val="0"/>
              </a:spcBef>
              <a:buNone/>
              <a:defRPr sz="500">
                <a:solidFill>
                  <a:schemeClr val="dk1"/>
                </a:solidFill>
                <a:latin typeface="Arial"/>
                <a:ea typeface="Arial"/>
                <a:cs typeface="Arial"/>
                <a:sym typeface="Arial"/>
              </a:defRPr>
            </a:lvl1pPr>
            <a:lvl2pPr indent="0" lvl="1" marL="0" marR="0" rtl="0" algn="l">
              <a:spcBef>
                <a:spcPts val="0"/>
              </a:spcBef>
              <a:buNone/>
              <a:defRPr sz="500">
                <a:solidFill>
                  <a:schemeClr val="dk1"/>
                </a:solidFill>
                <a:latin typeface="Arial"/>
                <a:ea typeface="Arial"/>
                <a:cs typeface="Arial"/>
                <a:sym typeface="Arial"/>
              </a:defRPr>
            </a:lvl2pPr>
            <a:lvl3pPr indent="0" lvl="2" marL="0" marR="0" rtl="0" algn="l">
              <a:spcBef>
                <a:spcPts val="0"/>
              </a:spcBef>
              <a:buNone/>
              <a:defRPr sz="500">
                <a:solidFill>
                  <a:schemeClr val="dk1"/>
                </a:solidFill>
                <a:latin typeface="Arial"/>
                <a:ea typeface="Arial"/>
                <a:cs typeface="Arial"/>
                <a:sym typeface="Arial"/>
              </a:defRPr>
            </a:lvl3pPr>
            <a:lvl4pPr indent="0" lvl="3" marL="0" marR="0" rtl="0" algn="l">
              <a:spcBef>
                <a:spcPts val="0"/>
              </a:spcBef>
              <a:buNone/>
              <a:defRPr sz="500">
                <a:solidFill>
                  <a:schemeClr val="dk1"/>
                </a:solidFill>
                <a:latin typeface="Arial"/>
                <a:ea typeface="Arial"/>
                <a:cs typeface="Arial"/>
                <a:sym typeface="Arial"/>
              </a:defRPr>
            </a:lvl4pPr>
            <a:lvl5pPr indent="0" lvl="4" marL="0" marR="0" rtl="0" algn="l">
              <a:spcBef>
                <a:spcPts val="0"/>
              </a:spcBef>
              <a:buNone/>
              <a:defRPr sz="500">
                <a:solidFill>
                  <a:schemeClr val="dk1"/>
                </a:solidFill>
                <a:latin typeface="Arial"/>
                <a:ea typeface="Arial"/>
                <a:cs typeface="Arial"/>
                <a:sym typeface="Arial"/>
              </a:defRPr>
            </a:lvl5pPr>
            <a:lvl6pPr indent="0" lvl="5" marL="0" marR="0" rtl="0" algn="l">
              <a:spcBef>
                <a:spcPts val="0"/>
              </a:spcBef>
              <a:buNone/>
              <a:defRPr sz="500">
                <a:solidFill>
                  <a:schemeClr val="dk1"/>
                </a:solidFill>
                <a:latin typeface="Arial"/>
                <a:ea typeface="Arial"/>
                <a:cs typeface="Arial"/>
                <a:sym typeface="Arial"/>
              </a:defRPr>
            </a:lvl6pPr>
            <a:lvl7pPr indent="0" lvl="6" marL="0" marR="0" rtl="0" algn="l">
              <a:spcBef>
                <a:spcPts val="0"/>
              </a:spcBef>
              <a:buNone/>
              <a:defRPr sz="500">
                <a:solidFill>
                  <a:schemeClr val="dk1"/>
                </a:solidFill>
                <a:latin typeface="Arial"/>
                <a:ea typeface="Arial"/>
                <a:cs typeface="Arial"/>
                <a:sym typeface="Arial"/>
              </a:defRPr>
            </a:lvl7pPr>
            <a:lvl8pPr indent="0" lvl="7" marL="0" marR="0" rtl="0" algn="l">
              <a:spcBef>
                <a:spcPts val="0"/>
              </a:spcBef>
              <a:buNone/>
              <a:defRPr sz="500">
                <a:solidFill>
                  <a:schemeClr val="dk1"/>
                </a:solidFill>
                <a:latin typeface="Arial"/>
                <a:ea typeface="Arial"/>
                <a:cs typeface="Arial"/>
                <a:sym typeface="Arial"/>
              </a:defRPr>
            </a:lvl8pPr>
            <a:lvl9pPr indent="0" lvl="8" marL="0" marR="0" rtl="0" algn="l">
              <a:spcBef>
                <a:spcPts val="0"/>
              </a:spcBef>
              <a:buNone/>
              <a:defRPr sz="5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 name="Shape 67"/>
        <p:cNvGrpSpPr/>
        <p:nvPr/>
      </p:nvGrpSpPr>
      <p:grpSpPr>
        <a:xfrm>
          <a:off x="0" y="0"/>
          <a:ext cx="0" cy="0"/>
          <a:chOff x="0" y="0"/>
          <a:chExt cx="0" cy="0"/>
        </a:xfrm>
      </p:grpSpPr>
      <p:sp>
        <p:nvSpPr>
          <p:cNvPr id="68" name="Google Shape;68;p17"/>
          <p:cNvSpPr txBox="1"/>
          <p:nvPr>
            <p:ph type="title"/>
          </p:nvPr>
        </p:nvSpPr>
        <p:spPr>
          <a:xfrm>
            <a:off x="623888" y="1282304"/>
            <a:ext cx="7886700" cy="2139553"/>
          </a:xfrm>
          <a:prstGeom prst="rect">
            <a:avLst/>
          </a:prstGeom>
          <a:noFill/>
          <a:ln>
            <a:noFill/>
          </a:ln>
        </p:spPr>
        <p:txBody>
          <a:bodyPr anchorCtr="0" anchor="b" bIns="11425" lIns="22850" spcFirstLastPara="1" rIns="22850" wrap="square" tIns="11425">
            <a:noAutofit/>
          </a:bodyPr>
          <a:lstStyle>
            <a:lvl1pPr lvl="0" marR="0" rtl="0" algn="l">
              <a:lnSpc>
                <a:spcPct val="90000"/>
              </a:lnSpc>
              <a:spcBef>
                <a:spcPts val="0"/>
              </a:spcBef>
              <a:spcAft>
                <a:spcPts val="0"/>
              </a:spcAft>
              <a:buClr>
                <a:schemeClr val="dk1"/>
              </a:buClr>
              <a:buSzPts val="4500"/>
              <a:buFont typeface="Play"/>
              <a:buNone/>
              <a:defRPr b="0" i="0" sz="4500" u="none" cap="none" strike="noStrike">
                <a:solidFill>
                  <a:schemeClr val="dk1"/>
                </a:solidFill>
                <a:latin typeface="Play"/>
                <a:ea typeface="Play"/>
                <a:cs typeface="Play"/>
                <a:sym typeface="Play"/>
              </a:defRPr>
            </a:lvl1pPr>
            <a:lvl2pPr lvl="1">
              <a:spcBef>
                <a:spcPts val="0"/>
              </a:spcBef>
              <a:spcAft>
                <a:spcPts val="0"/>
              </a:spcAft>
              <a:buSzPts val="400"/>
              <a:buNone/>
              <a:defRPr sz="500"/>
            </a:lvl2pPr>
            <a:lvl3pPr lvl="2">
              <a:spcBef>
                <a:spcPts val="0"/>
              </a:spcBef>
              <a:spcAft>
                <a:spcPts val="0"/>
              </a:spcAft>
              <a:buSzPts val="400"/>
              <a:buNone/>
              <a:defRPr sz="500"/>
            </a:lvl3pPr>
            <a:lvl4pPr lvl="3">
              <a:spcBef>
                <a:spcPts val="0"/>
              </a:spcBef>
              <a:spcAft>
                <a:spcPts val="0"/>
              </a:spcAft>
              <a:buSzPts val="400"/>
              <a:buNone/>
              <a:defRPr sz="500"/>
            </a:lvl4pPr>
            <a:lvl5pPr lvl="4">
              <a:spcBef>
                <a:spcPts val="0"/>
              </a:spcBef>
              <a:spcAft>
                <a:spcPts val="0"/>
              </a:spcAft>
              <a:buSzPts val="400"/>
              <a:buNone/>
              <a:defRPr sz="500"/>
            </a:lvl5pPr>
            <a:lvl6pPr lvl="5">
              <a:spcBef>
                <a:spcPts val="0"/>
              </a:spcBef>
              <a:spcAft>
                <a:spcPts val="0"/>
              </a:spcAft>
              <a:buSzPts val="400"/>
              <a:buNone/>
              <a:defRPr sz="500"/>
            </a:lvl6pPr>
            <a:lvl7pPr lvl="6">
              <a:spcBef>
                <a:spcPts val="0"/>
              </a:spcBef>
              <a:spcAft>
                <a:spcPts val="0"/>
              </a:spcAft>
              <a:buSzPts val="400"/>
              <a:buNone/>
              <a:defRPr sz="500"/>
            </a:lvl7pPr>
            <a:lvl8pPr lvl="7">
              <a:spcBef>
                <a:spcPts val="0"/>
              </a:spcBef>
              <a:spcAft>
                <a:spcPts val="0"/>
              </a:spcAft>
              <a:buSzPts val="400"/>
              <a:buNone/>
              <a:defRPr sz="500"/>
            </a:lvl8pPr>
            <a:lvl9pPr lvl="8">
              <a:spcBef>
                <a:spcPts val="0"/>
              </a:spcBef>
              <a:spcAft>
                <a:spcPts val="0"/>
              </a:spcAft>
              <a:buSzPts val="400"/>
              <a:buNone/>
              <a:defRPr sz="500"/>
            </a:lvl9pPr>
          </a:lstStyle>
          <a:p/>
        </p:txBody>
      </p:sp>
      <p:sp>
        <p:nvSpPr>
          <p:cNvPr id="69" name="Google Shape;69;p17"/>
          <p:cNvSpPr txBox="1"/>
          <p:nvPr>
            <p:ph idx="1" type="body"/>
          </p:nvPr>
        </p:nvSpPr>
        <p:spPr>
          <a:xfrm>
            <a:off x="623888" y="3442098"/>
            <a:ext cx="7886700" cy="1125140"/>
          </a:xfrm>
          <a:prstGeom prst="rect">
            <a:avLst/>
          </a:prstGeom>
          <a:noFill/>
          <a:ln>
            <a:noFill/>
          </a:ln>
        </p:spPr>
        <p:txBody>
          <a:bodyPr anchorCtr="0" anchor="t" bIns="11425" lIns="22850" spcFirstLastPara="1" rIns="22850" wrap="square" tIns="11425">
            <a:noAutofit/>
          </a:bodyPr>
          <a:lstStyle>
            <a:lvl1pPr indent="-228600" lvl="0" marL="457200" marR="0" rtl="0" algn="l">
              <a:lnSpc>
                <a:spcPct val="90000"/>
              </a:lnSpc>
              <a:spcBef>
                <a:spcPts val="80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228600" lvl="1" marL="914400" marR="0" rtl="0" algn="l">
              <a:lnSpc>
                <a:spcPct val="90000"/>
              </a:lnSpc>
              <a:spcBef>
                <a:spcPts val="400"/>
              </a:spcBef>
              <a:spcAft>
                <a:spcPts val="0"/>
              </a:spcAft>
              <a:buClr>
                <a:srgbClr val="757575"/>
              </a:buClr>
              <a:buSzPts val="1500"/>
              <a:buFont typeface="Arial"/>
              <a:buNone/>
              <a:defRPr b="0" i="0" sz="1500" u="none" cap="none" strike="noStrike">
                <a:solidFill>
                  <a:srgbClr val="757575"/>
                </a:solidFill>
                <a:latin typeface="Arial"/>
                <a:ea typeface="Arial"/>
                <a:cs typeface="Arial"/>
                <a:sym typeface="Arial"/>
              </a:defRPr>
            </a:lvl2pPr>
            <a:lvl3pPr indent="-228600" lvl="2" marL="1371600" marR="0" rtl="0" algn="l">
              <a:lnSpc>
                <a:spcPct val="90000"/>
              </a:lnSpc>
              <a:spcBef>
                <a:spcPts val="400"/>
              </a:spcBef>
              <a:spcAft>
                <a:spcPts val="0"/>
              </a:spcAft>
              <a:buClr>
                <a:srgbClr val="757575"/>
              </a:buClr>
              <a:buSzPts val="1400"/>
              <a:buFont typeface="Arial"/>
              <a:buNone/>
              <a:defRPr b="0" i="0" sz="1400" u="none" cap="none" strike="noStrike">
                <a:solidFill>
                  <a:srgbClr val="757575"/>
                </a:solidFill>
                <a:latin typeface="Arial"/>
                <a:ea typeface="Arial"/>
                <a:cs typeface="Arial"/>
                <a:sym typeface="Arial"/>
              </a:defRPr>
            </a:lvl3pPr>
            <a:lvl4pPr indent="-228600" lvl="3" marL="1828800" marR="0" rtl="0" algn="l">
              <a:lnSpc>
                <a:spcPct val="90000"/>
              </a:lnSpc>
              <a:spcBef>
                <a:spcPts val="40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4pPr>
            <a:lvl5pPr indent="-228600" lvl="4" marL="2286000" marR="0" rtl="0" algn="l">
              <a:lnSpc>
                <a:spcPct val="90000"/>
              </a:lnSpc>
              <a:spcBef>
                <a:spcPts val="40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5pPr>
            <a:lvl6pPr indent="-228600" lvl="5" marL="2743200" marR="0" rtl="0" algn="l">
              <a:lnSpc>
                <a:spcPct val="90000"/>
              </a:lnSpc>
              <a:spcBef>
                <a:spcPts val="40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6pPr>
            <a:lvl7pPr indent="-228600" lvl="6" marL="3200400" marR="0" rtl="0" algn="l">
              <a:lnSpc>
                <a:spcPct val="90000"/>
              </a:lnSpc>
              <a:spcBef>
                <a:spcPts val="40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7pPr>
            <a:lvl8pPr indent="-228600" lvl="7" marL="3657600" marR="0" rtl="0" algn="l">
              <a:lnSpc>
                <a:spcPct val="90000"/>
              </a:lnSpc>
              <a:spcBef>
                <a:spcPts val="40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8pPr>
            <a:lvl9pPr indent="-228600" lvl="8" marL="4114800" marR="0" rtl="0" algn="l">
              <a:lnSpc>
                <a:spcPct val="90000"/>
              </a:lnSpc>
              <a:spcBef>
                <a:spcPts val="40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9pPr>
          </a:lstStyle>
          <a:p/>
        </p:txBody>
      </p:sp>
      <p:sp>
        <p:nvSpPr>
          <p:cNvPr id="70" name="Google Shape;70;p17"/>
          <p:cNvSpPr txBox="1"/>
          <p:nvPr>
            <p:ph idx="10" type="dt"/>
          </p:nvPr>
        </p:nvSpPr>
        <p:spPr>
          <a:xfrm>
            <a:off x="628650" y="4767263"/>
            <a:ext cx="20574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71" name="Google Shape;71;p17"/>
          <p:cNvSpPr txBox="1"/>
          <p:nvPr>
            <p:ph idx="11" type="ftr"/>
          </p:nvPr>
        </p:nvSpPr>
        <p:spPr>
          <a:xfrm>
            <a:off x="3028950" y="4767263"/>
            <a:ext cx="30861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72" name="Google Shape;72;p17"/>
          <p:cNvSpPr txBox="1"/>
          <p:nvPr>
            <p:ph idx="12" type="sldNum"/>
          </p:nvPr>
        </p:nvSpPr>
        <p:spPr>
          <a:xfrm>
            <a:off x="6457950" y="4767263"/>
            <a:ext cx="2057400" cy="273844"/>
          </a:xfrm>
          <a:prstGeom prst="rect">
            <a:avLst/>
          </a:prstGeom>
          <a:noFill/>
          <a:ln>
            <a:noFill/>
          </a:ln>
        </p:spPr>
        <p:txBody>
          <a:bodyPr anchorCtr="0" anchor="t" bIns="11425" lIns="22850" spcFirstLastPara="1" rIns="22850" wrap="square" tIns="11425">
            <a:noAutofit/>
          </a:bodyPr>
          <a:lstStyle>
            <a:lvl1pPr indent="0" lvl="0" marL="0" marR="0" rtl="0" algn="l">
              <a:spcBef>
                <a:spcPts val="0"/>
              </a:spcBef>
              <a:buNone/>
              <a:defRPr sz="500">
                <a:solidFill>
                  <a:schemeClr val="dk1"/>
                </a:solidFill>
                <a:latin typeface="Arial"/>
                <a:ea typeface="Arial"/>
                <a:cs typeface="Arial"/>
                <a:sym typeface="Arial"/>
              </a:defRPr>
            </a:lvl1pPr>
            <a:lvl2pPr indent="0" lvl="1" marL="0" marR="0" rtl="0" algn="l">
              <a:spcBef>
                <a:spcPts val="0"/>
              </a:spcBef>
              <a:buNone/>
              <a:defRPr sz="500">
                <a:solidFill>
                  <a:schemeClr val="dk1"/>
                </a:solidFill>
                <a:latin typeface="Arial"/>
                <a:ea typeface="Arial"/>
                <a:cs typeface="Arial"/>
                <a:sym typeface="Arial"/>
              </a:defRPr>
            </a:lvl2pPr>
            <a:lvl3pPr indent="0" lvl="2" marL="0" marR="0" rtl="0" algn="l">
              <a:spcBef>
                <a:spcPts val="0"/>
              </a:spcBef>
              <a:buNone/>
              <a:defRPr sz="500">
                <a:solidFill>
                  <a:schemeClr val="dk1"/>
                </a:solidFill>
                <a:latin typeface="Arial"/>
                <a:ea typeface="Arial"/>
                <a:cs typeface="Arial"/>
                <a:sym typeface="Arial"/>
              </a:defRPr>
            </a:lvl3pPr>
            <a:lvl4pPr indent="0" lvl="3" marL="0" marR="0" rtl="0" algn="l">
              <a:spcBef>
                <a:spcPts val="0"/>
              </a:spcBef>
              <a:buNone/>
              <a:defRPr sz="500">
                <a:solidFill>
                  <a:schemeClr val="dk1"/>
                </a:solidFill>
                <a:latin typeface="Arial"/>
                <a:ea typeface="Arial"/>
                <a:cs typeface="Arial"/>
                <a:sym typeface="Arial"/>
              </a:defRPr>
            </a:lvl4pPr>
            <a:lvl5pPr indent="0" lvl="4" marL="0" marR="0" rtl="0" algn="l">
              <a:spcBef>
                <a:spcPts val="0"/>
              </a:spcBef>
              <a:buNone/>
              <a:defRPr sz="500">
                <a:solidFill>
                  <a:schemeClr val="dk1"/>
                </a:solidFill>
                <a:latin typeface="Arial"/>
                <a:ea typeface="Arial"/>
                <a:cs typeface="Arial"/>
                <a:sym typeface="Arial"/>
              </a:defRPr>
            </a:lvl5pPr>
            <a:lvl6pPr indent="0" lvl="5" marL="0" marR="0" rtl="0" algn="l">
              <a:spcBef>
                <a:spcPts val="0"/>
              </a:spcBef>
              <a:buNone/>
              <a:defRPr sz="500">
                <a:solidFill>
                  <a:schemeClr val="dk1"/>
                </a:solidFill>
                <a:latin typeface="Arial"/>
                <a:ea typeface="Arial"/>
                <a:cs typeface="Arial"/>
                <a:sym typeface="Arial"/>
              </a:defRPr>
            </a:lvl6pPr>
            <a:lvl7pPr indent="0" lvl="6" marL="0" marR="0" rtl="0" algn="l">
              <a:spcBef>
                <a:spcPts val="0"/>
              </a:spcBef>
              <a:buNone/>
              <a:defRPr sz="500">
                <a:solidFill>
                  <a:schemeClr val="dk1"/>
                </a:solidFill>
                <a:latin typeface="Arial"/>
                <a:ea typeface="Arial"/>
                <a:cs typeface="Arial"/>
                <a:sym typeface="Arial"/>
              </a:defRPr>
            </a:lvl7pPr>
            <a:lvl8pPr indent="0" lvl="7" marL="0" marR="0" rtl="0" algn="l">
              <a:spcBef>
                <a:spcPts val="0"/>
              </a:spcBef>
              <a:buNone/>
              <a:defRPr sz="500">
                <a:solidFill>
                  <a:schemeClr val="dk1"/>
                </a:solidFill>
                <a:latin typeface="Arial"/>
                <a:ea typeface="Arial"/>
                <a:cs typeface="Arial"/>
                <a:sym typeface="Arial"/>
              </a:defRPr>
            </a:lvl8pPr>
            <a:lvl9pPr indent="0" lvl="8" marL="0" marR="0" rtl="0" algn="l">
              <a:spcBef>
                <a:spcPts val="0"/>
              </a:spcBef>
              <a:buNone/>
              <a:defRPr sz="5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3" name="Shape 73"/>
        <p:cNvGrpSpPr/>
        <p:nvPr/>
      </p:nvGrpSpPr>
      <p:grpSpPr>
        <a:xfrm>
          <a:off x="0" y="0"/>
          <a:ext cx="0" cy="0"/>
          <a:chOff x="0" y="0"/>
          <a:chExt cx="0" cy="0"/>
        </a:xfrm>
      </p:grpSpPr>
      <p:sp>
        <p:nvSpPr>
          <p:cNvPr id="74" name="Google Shape;74;p18"/>
          <p:cNvSpPr txBox="1"/>
          <p:nvPr>
            <p:ph type="title"/>
          </p:nvPr>
        </p:nvSpPr>
        <p:spPr>
          <a:xfrm>
            <a:off x="628650" y="273844"/>
            <a:ext cx="7886700" cy="994172"/>
          </a:xfrm>
          <a:prstGeom prst="rect">
            <a:avLst/>
          </a:prstGeom>
          <a:noFill/>
          <a:ln>
            <a:noFill/>
          </a:ln>
        </p:spPr>
        <p:txBody>
          <a:bodyPr anchorCtr="0" anchor="t" bIns="11425" lIns="22850" spcFirstLastPara="1" rIns="22850" wrap="square" tIns="11425">
            <a:no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400"/>
              <a:buNone/>
              <a:defRPr sz="500"/>
            </a:lvl2pPr>
            <a:lvl3pPr lvl="2">
              <a:spcBef>
                <a:spcPts val="0"/>
              </a:spcBef>
              <a:spcAft>
                <a:spcPts val="0"/>
              </a:spcAft>
              <a:buSzPts val="400"/>
              <a:buNone/>
              <a:defRPr sz="500"/>
            </a:lvl3pPr>
            <a:lvl4pPr lvl="3">
              <a:spcBef>
                <a:spcPts val="0"/>
              </a:spcBef>
              <a:spcAft>
                <a:spcPts val="0"/>
              </a:spcAft>
              <a:buSzPts val="400"/>
              <a:buNone/>
              <a:defRPr sz="500"/>
            </a:lvl4pPr>
            <a:lvl5pPr lvl="4">
              <a:spcBef>
                <a:spcPts val="0"/>
              </a:spcBef>
              <a:spcAft>
                <a:spcPts val="0"/>
              </a:spcAft>
              <a:buSzPts val="400"/>
              <a:buNone/>
              <a:defRPr sz="500"/>
            </a:lvl5pPr>
            <a:lvl6pPr lvl="5">
              <a:spcBef>
                <a:spcPts val="0"/>
              </a:spcBef>
              <a:spcAft>
                <a:spcPts val="0"/>
              </a:spcAft>
              <a:buSzPts val="400"/>
              <a:buNone/>
              <a:defRPr sz="500"/>
            </a:lvl6pPr>
            <a:lvl7pPr lvl="6">
              <a:spcBef>
                <a:spcPts val="0"/>
              </a:spcBef>
              <a:spcAft>
                <a:spcPts val="0"/>
              </a:spcAft>
              <a:buSzPts val="400"/>
              <a:buNone/>
              <a:defRPr sz="500"/>
            </a:lvl7pPr>
            <a:lvl8pPr lvl="7">
              <a:spcBef>
                <a:spcPts val="0"/>
              </a:spcBef>
              <a:spcAft>
                <a:spcPts val="0"/>
              </a:spcAft>
              <a:buSzPts val="400"/>
              <a:buNone/>
              <a:defRPr sz="500"/>
            </a:lvl8pPr>
            <a:lvl9pPr lvl="8">
              <a:spcBef>
                <a:spcPts val="0"/>
              </a:spcBef>
              <a:spcAft>
                <a:spcPts val="0"/>
              </a:spcAft>
              <a:buSzPts val="400"/>
              <a:buNone/>
              <a:defRPr sz="500"/>
            </a:lvl9pPr>
          </a:lstStyle>
          <a:p/>
        </p:txBody>
      </p:sp>
      <p:sp>
        <p:nvSpPr>
          <p:cNvPr id="75" name="Google Shape;75;p18"/>
          <p:cNvSpPr txBox="1"/>
          <p:nvPr>
            <p:ph idx="1" type="body"/>
          </p:nvPr>
        </p:nvSpPr>
        <p:spPr>
          <a:xfrm>
            <a:off x="628650" y="1369219"/>
            <a:ext cx="3886200" cy="3263504"/>
          </a:xfrm>
          <a:prstGeom prst="rect">
            <a:avLst/>
          </a:prstGeom>
          <a:noFill/>
          <a:ln>
            <a:noFill/>
          </a:ln>
        </p:spPr>
        <p:txBody>
          <a:bodyPr anchorCtr="0" anchor="t" bIns="11425" lIns="22850" spcFirstLastPara="1" rIns="22850" wrap="square" tIns="1142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6" name="Google Shape;76;p18"/>
          <p:cNvSpPr txBox="1"/>
          <p:nvPr>
            <p:ph idx="2" type="body"/>
          </p:nvPr>
        </p:nvSpPr>
        <p:spPr>
          <a:xfrm>
            <a:off x="4629150" y="1369219"/>
            <a:ext cx="3886200" cy="3263504"/>
          </a:xfrm>
          <a:prstGeom prst="rect">
            <a:avLst/>
          </a:prstGeom>
          <a:noFill/>
          <a:ln>
            <a:noFill/>
          </a:ln>
        </p:spPr>
        <p:txBody>
          <a:bodyPr anchorCtr="0" anchor="t" bIns="11425" lIns="22850" spcFirstLastPara="1" rIns="22850" wrap="square" tIns="1142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7" name="Google Shape;77;p18"/>
          <p:cNvSpPr txBox="1"/>
          <p:nvPr>
            <p:ph idx="10" type="dt"/>
          </p:nvPr>
        </p:nvSpPr>
        <p:spPr>
          <a:xfrm>
            <a:off x="628650" y="4767263"/>
            <a:ext cx="20574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78" name="Google Shape;78;p18"/>
          <p:cNvSpPr txBox="1"/>
          <p:nvPr>
            <p:ph idx="11" type="ftr"/>
          </p:nvPr>
        </p:nvSpPr>
        <p:spPr>
          <a:xfrm>
            <a:off x="3028950" y="4767263"/>
            <a:ext cx="30861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79" name="Google Shape;79;p18"/>
          <p:cNvSpPr txBox="1"/>
          <p:nvPr>
            <p:ph idx="12" type="sldNum"/>
          </p:nvPr>
        </p:nvSpPr>
        <p:spPr>
          <a:xfrm>
            <a:off x="6457950" y="4767263"/>
            <a:ext cx="2057400" cy="273844"/>
          </a:xfrm>
          <a:prstGeom prst="rect">
            <a:avLst/>
          </a:prstGeom>
          <a:noFill/>
          <a:ln>
            <a:noFill/>
          </a:ln>
        </p:spPr>
        <p:txBody>
          <a:bodyPr anchorCtr="0" anchor="t" bIns="11425" lIns="22850" spcFirstLastPara="1" rIns="22850" wrap="square" tIns="11425">
            <a:noAutofit/>
          </a:bodyPr>
          <a:lstStyle>
            <a:lvl1pPr indent="0" lvl="0" marL="0" marR="0" rtl="0" algn="l">
              <a:spcBef>
                <a:spcPts val="0"/>
              </a:spcBef>
              <a:buNone/>
              <a:defRPr sz="500">
                <a:solidFill>
                  <a:schemeClr val="dk1"/>
                </a:solidFill>
                <a:latin typeface="Arial"/>
                <a:ea typeface="Arial"/>
                <a:cs typeface="Arial"/>
                <a:sym typeface="Arial"/>
              </a:defRPr>
            </a:lvl1pPr>
            <a:lvl2pPr indent="0" lvl="1" marL="0" marR="0" rtl="0" algn="l">
              <a:spcBef>
                <a:spcPts val="0"/>
              </a:spcBef>
              <a:buNone/>
              <a:defRPr sz="500">
                <a:solidFill>
                  <a:schemeClr val="dk1"/>
                </a:solidFill>
                <a:latin typeface="Arial"/>
                <a:ea typeface="Arial"/>
                <a:cs typeface="Arial"/>
                <a:sym typeface="Arial"/>
              </a:defRPr>
            </a:lvl2pPr>
            <a:lvl3pPr indent="0" lvl="2" marL="0" marR="0" rtl="0" algn="l">
              <a:spcBef>
                <a:spcPts val="0"/>
              </a:spcBef>
              <a:buNone/>
              <a:defRPr sz="500">
                <a:solidFill>
                  <a:schemeClr val="dk1"/>
                </a:solidFill>
                <a:latin typeface="Arial"/>
                <a:ea typeface="Arial"/>
                <a:cs typeface="Arial"/>
                <a:sym typeface="Arial"/>
              </a:defRPr>
            </a:lvl3pPr>
            <a:lvl4pPr indent="0" lvl="3" marL="0" marR="0" rtl="0" algn="l">
              <a:spcBef>
                <a:spcPts val="0"/>
              </a:spcBef>
              <a:buNone/>
              <a:defRPr sz="500">
                <a:solidFill>
                  <a:schemeClr val="dk1"/>
                </a:solidFill>
                <a:latin typeface="Arial"/>
                <a:ea typeface="Arial"/>
                <a:cs typeface="Arial"/>
                <a:sym typeface="Arial"/>
              </a:defRPr>
            </a:lvl4pPr>
            <a:lvl5pPr indent="0" lvl="4" marL="0" marR="0" rtl="0" algn="l">
              <a:spcBef>
                <a:spcPts val="0"/>
              </a:spcBef>
              <a:buNone/>
              <a:defRPr sz="500">
                <a:solidFill>
                  <a:schemeClr val="dk1"/>
                </a:solidFill>
                <a:latin typeface="Arial"/>
                <a:ea typeface="Arial"/>
                <a:cs typeface="Arial"/>
                <a:sym typeface="Arial"/>
              </a:defRPr>
            </a:lvl5pPr>
            <a:lvl6pPr indent="0" lvl="5" marL="0" marR="0" rtl="0" algn="l">
              <a:spcBef>
                <a:spcPts val="0"/>
              </a:spcBef>
              <a:buNone/>
              <a:defRPr sz="500">
                <a:solidFill>
                  <a:schemeClr val="dk1"/>
                </a:solidFill>
                <a:latin typeface="Arial"/>
                <a:ea typeface="Arial"/>
                <a:cs typeface="Arial"/>
                <a:sym typeface="Arial"/>
              </a:defRPr>
            </a:lvl6pPr>
            <a:lvl7pPr indent="0" lvl="6" marL="0" marR="0" rtl="0" algn="l">
              <a:spcBef>
                <a:spcPts val="0"/>
              </a:spcBef>
              <a:buNone/>
              <a:defRPr sz="500">
                <a:solidFill>
                  <a:schemeClr val="dk1"/>
                </a:solidFill>
                <a:latin typeface="Arial"/>
                <a:ea typeface="Arial"/>
                <a:cs typeface="Arial"/>
                <a:sym typeface="Arial"/>
              </a:defRPr>
            </a:lvl7pPr>
            <a:lvl8pPr indent="0" lvl="7" marL="0" marR="0" rtl="0" algn="l">
              <a:spcBef>
                <a:spcPts val="0"/>
              </a:spcBef>
              <a:buNone/>
              <a:defRPr sz="500">
                <a:solidFill>
                  <a:schemeClr val="dk1"/>
                </a:solidFill>
                <a:latin typeface="Arial"/>
                <a:ea typeface="Arial"/>
                <a:cs typeface="Arial"/>
                <a:sym typeface="Arial"/>
              </a:defRPr>
            </a:lvl8pPr>
            <a:lvl9pPr indent="0" lvl="8" marL="0" marR="0" rtl="0" algn="l">
              <a:spcBef>
                <a:spcPts val="0"/>
              </a:spcBef>
              <a:buNone/>
              <a:defRPr sz="5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0" name="Shape 80"/>
        <p:cNvGrpSpPr/>
        <p:nvPr/>
      </p:nvGrpSpPr>
      <p:grpSpPr>
        <a:xfrm>
          <a:off x="0" y="0"/>
          <a:ext cx="0" cy="0"/>
          <a:chOff x="0" y="0"/>
          <a:chExt cx="0" cy="0"/>
        </a:xfrm>
      </p:grpSpPr>
      <p:sp>
        <p:nvSpPr>
          <p:cNvPr id="81" name="Google Shape;81;p19"/>
          <p:cNvSpPr txBox="1"/>
          <p:nvPr>
            <p:ph type="title"/>
          </p:nvPr>
        </p:nvSpPr>
        <p:spPr>
          <a:xfrm>
            <a:off x="629841" y="273844"/>
            <a:ext cx="7886700" cy="994172"/>
          </a:xfrm>
          <a:prstGeom prst="rect">
            <a:avLst/>
          </a:prstGeom>
          <a:noFill/>
          <a:ln>
            <a:noFill/>
          </a:ln>
        </p:spPr>
        <p:txBody>
          <a:bodyPr anchorCtr="0" anchor="t" bIns="11425" lIns="22850" spcFirstLastPara="1" rIns="22850" wrap="square" tIns="11425">
            <a:no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400"/>
              <a:buNone/>
              <a:defRPr sz="500"/>
            </a:lvl2pPr>
            <a:lvl3pPr lvl="2">
              <a:spcBef>
                <a:spcPts val="0"/>
              </a:spcBef>
              <a:spcAft>
                <a:spcPts val="0"/>
              </a:spcAft>
              <a:buSzPts val="400"/>
              <a:buNone/>
              <a:defRPr sz="500"/>
            </a:lvl3pPr>
            <a:lvl4pPr lvl="3">
              <a:spcBef>
                <a:spcPts val="0"/>
              </a:spcBef>
              <a:spcAft>
                <a:spcPts val="0"/>
              </a:spcAft>
              <a:buSzPts val="400"/>
              <a:buNone/>
              <a:defRPr sz="500"/>
            </a:lvl4pPr>
            <a:lvl5pPr lvl="4">
              <a:spcBef>
                <a:spcPts val="0"/>
              </a:spcBef>
              <a:spcAft>
                <a:spcPts val="0"/>
              </a:spcAft>
              <a:buSzPts val="400"/>
              <a:buNone/>
              <a:defRPr sz="500"/>
            </a:lvl5pPr>
            <a:lvl6pPr lvl="5">
              <a:spcBef>
                <a:spcPts val="0"/>
              </a:spcBef>
              <a:spcAft>
                <a:spcPts val="0"/>
              </a:spcAft>
              <a:buSzPts val="400"/>
              <a:buNone/>
              <a:defRPr sz="500"/>
            </a:lvl6pPr>
            <a:lvl7pPr lvl="6">
              <a:spcBef>
                <a:spcPts val="0"/>
              </a:spcBef>
              <a:spcAft>
                <a:spcPts val="0"/>
              </a:spcAft>
              <a:buSzPts val="400"/>
              <a:buNone/>
              <a:defRPr sz="500"/>
            </a:lvl7pPr>
            <a:lvl8pPr lvl="7">
              <a:spcBef>
                <a:spcPts val="0"/>
              </a:spcBef>
              <a:spcAft>
                <a:spcPts val="0"/>
              </a:spcAft>
              <a:buSzPts val="400"/>
              <a:buNone/>
              <a:defRPr sz="500"/>
            </a:lvl8pPr>
            <a:lvl9pPr lvl="8">
              <a:spcBef>
                <a:spcPts val="0"/>
              </a:spcBef>
              <a:spcAft>
                <a:spcPts val="0"/>
              </a:spcAft>
              <a:buSzPts val="400"/>
              <a:buNone/>
              <a:defRPr sz="500"/>
            </a:lvl9pPr>
          </a:lstStyle>
          <a:p/>
        </p:txBody>
      </p:sp>
      <p:sp>
        <p:nvSpPr>
          <p:cNvPr id="82" name="Google Shape;82;p19"/>
          <p:cNvSpPr txBox="1"/>
          <p:nvPr>
            <p:ph idx="1" type="body"/>
          </p:nvPr>
        </p:nvSpPr>
        <p:spPr>
          <a:xfrm>
            <a:off x="629842" y="1260872"/>
            <a:ext cx="3868340" cy="617934"/>
          </a:xfrm>
          <a:prstGeom prst="rect">
            <a:avLst/>
          </a:prstGeom>
          <a:noFill/>
          <a:ln>
            <a:noFill/>
          </a:ln>
        </p:spPr>
        <p:txBody>
          <a:bodyPr anchorCtr="0" anchor="b" bIns="11425" lIns="22850" spcFirstLastPara="1" rIns="22850" wrap="square" tIns="11425">
            <a:noAutofit/>
          </a:bodyPr>
          <a:lstStyle>
            <a:lvl1pPr indent="-228600" lvl="0" marL="457200" marR="0" rtl="0" algn="l">
              <a:lnSpc>
                <a:spcPct val="90000"/>
              </a:lnSpc>
              <a:spcBef>
                <a:spcPts val="8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228600" lvl="1" marL="914400" marR="0" rtl="0" algn="l">
              <a:lnSpc>
                <a:spcPct val="90000"/>
              </a:lnSpc>
              <a:spcBef>
                <a:spcPts val="400"/>
              </a:spcBef>
              <a:spcAft>
                <a:spcPts val="0"/>
              </a:spcAft>
              <a:buClr>
                <a:schemeClr val="dk1"/>
              </a:buClr>
              <a:buSzPts val="1500"/>
              <a:buFont typeface="Arial"/>
              <a:buNone/>
              <a:defRPr b="1" i="0" sz="15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p:txBody>
      </p:sp>
      <p:sp>
        <p:nvSpPr>
          <p:cNvPr id="83" name="Google Shape;83;p19"/>
          <p:cNvSpPr txBox="1"/>
          <p:nvPr>
            <p:ph idx="2" type="body"/>
          </p:nvPr>
        </p:nvSpPr>
        <p:spPr>
          <a:xfrm>
            <a:off x="629842" y="1878806"/>
            <a:ext cx="3868340" cy="2763441"/>
          </a:xfrm>
          <a:prstGeom prst="rect">
            <a:avLst/>
          </a:prstGeom>
          <a:noFill/>
          <a:ln>
            <a:noFill/>
          </a:ln>
        </p:spPr>
        <p:txBody>
          <a:bodyPr anchorCtr="0" anchor="t" bIns="11425" lIns="22850" spcFirstLastPara="1" rIns="22850" wrap="square" tIns="1142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4" name="Google Shape;84;p19"/>
          <p:cNvSpPr txBox="1"/>
          <p:nvPr>
            <p:ph idx="3" type="body"/>
          </p:nvPr>
        </p:nvSpPr>
        <p:spPr>
          <a:xfrm>
            <a:off x="4629150" y="1260872"/>
            <a:ext cx="3887391" cy="617934"/>
          </a:xfrm>
          <a:prstGeom prst="rect">
            <a:avLst/>
          </a:prstGeom>
          <a:noFill/>
          <a:ln>
            <a:noFill/>
          </a:ln>
        </p:spPr>
        <p:txBody>
          <a:bodyPr anchorCtr="0" anchor="b" bIns="11425" lIns="22850" spcFirstLastPara="1" rIns="22850" wrap="square" tIns="11425">
            <a:noAutofit/>
          </a:bodyPr>
          <a:lstStyle>
            <a:lvl1pPr indent="-228600" lvl="0" marL="457200" marR="0" rtl="0" algn="l">
              <a:lnSpc>
                <a:spcPct val="90000"/>
              </a:lnSpc>
              <a:spcBef>
                <a:spcPts val="8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228600" lvl="1" marL="914400" marR="0" rtl="0" algn="l">
              <a:lnSpc>
                <a:spcPct val="90000"/>
              </a:lnSpc>
              <a:spcBef>
                <a:spcPts val="400"/>
              </a:spcBef>
              <a:spcAft>
                <a:spcPts val="0"/>
              </a:spcAft>
              <a:buClr>
                <a:schemeClr val="dk1"/>
              </a:buClr>
              <a:buSzPts val="1500"/>
              <a:buFont typeface="Arial"/>
              <a:buNone/>
              <a:defRPr b="1" i="0" sz="15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p:txBody>
      </p:sp>
      <p:sp>
        <p:nvSpPr>
          <p:cNvPr id="85" name="Google Shape;85;p19"/>
          <p:cNvSpPr txBox="1"/>
          <p:nvPr>
            <p:ph idx="4" type="body"/>
          </p:nvPr>
        </p:nvSpPr>
        <p:spPr>
          <a:xfrm>
            <a:off x="4629150" y="1878806"/>
            <a:ext cx="3887391" cy="2763441"/>
          </a:xfrm>
          <a:prstGeom prst="rect">
            <a:avLst/>
          </a:prstGeom>
          <a:noFill/>
          <a:ln>
            <a:noFill/>
          </a:ln>
        </p:spPr>
        <p:txBody>
          <a:bodyPr anchorCtr="0" anchor="t" bIns="11425" lIns="22850" spcFirstLastPara="1" rIns="22850" wrap="square" tIns="1142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6" name="Google Shape;86;p19"/>
          <p:cNvSpPr txBox="1"/>
          <p:nvPr>
            <p:ph idx="10" type="dt"/>
          </p:nvPr>
        </p:nvSpPr>
        <p:spPr>
          <a:xfrm>
            <a:off x="628650" y="4767263"/>
            <a:ext cx="20574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87" name="Google Shape;87;p19"/>
          <p:cNvSpPr txBox="1"/>
          <p:nvPr>
            <p:ph idx="11" type="ftr"/>
          </p:nvPr>
        </p:nvSpPr>
        <p:spPr>
          <a:xfrm>
            <a:off x="3028950" y="4767263"/>
            <a:ext cx="30861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88" name="Google Shape;88;p19"/>
          <p:cNvSpPr txBox="1"/>
          <p:nvPr>
            <p:ph idx="12" type="sldNum"/>
          </p:nvPr>
        </p:nvSpPr>
        <p:spPr>
          <a:xfrm>
            <a:off x="6457950" y="4767263"/>
            <a:ext cx="2057400" cy="273844"/>
          </a:xfrm>
          <a:prstGeom prst="rect">
            <a:avLst/>
          </a:prstGeom>
          <a:noFill/>
          <a:ln>
            <a:noFill/>
          </a:ln>
        </p:spPr>
        <p:txBody>
          <a:bodyPr anchorCtr="0" anchor="t" bIns="11425" lIns="22850" spcFirstLastPara="1" rIns="22850" wrap="square" tIns="11425">
            <a:noAutofit/>
          </a:bodyPr>
          <a:lstStyle>
            <a:lvl1pPr indent="0" lvl="0" marL="0" marR="0" rtl="0" algn="l">
              <a:spcBef>
                <a:spcPts val="0"/>
              </a:spcBef>
              <a:buNone/>
              <a:defRPr sz="500">
                <a:solidFill>
                  <a:schemeClr val="dk1"/>
                </a:solidFill>
                <a:latin typeface="Arial"/>
                <a:ea typeface="Arial"/>
                <a:cs typeface="Arial"/>
                <a:sym typeface="Arial"/>
              </a:defRPr>
            </a:lvl1pPr>
            <a:lvl2pPr indent="0" lvl="1" marL="0" marR="0" rtl="0" algn="l">
              <a:spcBef>
                <a:spcPts val="0"/>
              </a:spcBef>
              <a:buNone/>
              <a:defRPr sz="500">
                <a:solidFill>
                  <a:schemeClr val="dk1"/>
                </a:solidFill>
                <a:latin typeface="Arial"/>
                <a:ea typeface="Arial"/>
                <a:cs typeface="Arial"/>
                <a:sym typeface="Arial"/>
              </a:defRPr>
            </a:lvl2pPr>
            <a:lvl3pPr indent="0" lvl="2" marL="0" marR="0" rtl="0" algn="l">
              <a:spcBef>
                <a:spcPts val="0"/>
              </a:spcBef>
              <a:buNone/>
              <a:defRPr sz="500">
                <a:solidFill>
                  <a:schemeClr val="dk1"/>
                </a:solidFill>
                <a:latin typeface="Arial"/>
                <a:ea typeface="Arial"/>
                <a:cs typeface="Arial"/>
                <a:sym typeface="Arial"/>
              </a:defRPr>
            </a:lvl3pPr>
            <a:lvl4pPr indent="0" lvl="3" marL="0" marR="0" rtl="0" algn="l">
              <a:spcBef>
                <a:spcPts val="0"/>
              </a:spcBef>
              <a:buNone/>
              <a:defRPr sz="500">
                <a:solidFill>
                  <a:schemeClr val="dk1"/>
                </a:solidFill>
                <a:latin typeface="Arial"/>
                <a:ea typeface="Arial"/>
                <a:cs typeface="Arial"/>
                <a:sym typeface="Arial"/>
              </a:defRPr>
            </a:lvl4pPr>
            <a:lvl5pPr indent="0" lvl="4" marL="0" marR="0" rtl="0" algn="l">
              <a:spcBef>
                <a:spcPts val="0"/>
              </a:spcBef>
              <a:buNone/>
              <a:defRPr sz="500">
                <a:solidFill>
                  <a:schemeClr val="dk1"/>
                </a:solidFill>
                <a:latin typeface="Arial"/>
                <a:ea typeface="Arial"/>
                <a:cs typeface="Arial"/>
                <a:sym typeface="Arial"/>
              </a:defRPr>
            </a:lvl5pPr>
            <a:lvl6pPr indent="0" lvl="5" marL="0" marR="0" rtl="0" algn="l">
              <a:spcBef>
                <a:spcPts val="0"/>
              </a:spcBef>
              <a:buNone/>
              <a:defRPr sz="500">
                <a:solidFill>
                  <a:schemeClr val="dk1"/>
                </a:solidFill>
                <a:latin typeface="Arial"/>
                <a:ea typeface="Arial"/>
                <a:cs typeface="Arial"/>
                <a:sym typeface="Arial"/>
              </a:defRPr>
            </a:lvl6pPr>
            <a:lvl7pPr indent="0" lvl="6" marL="0" marR="0" rtl="0" algn="l">
              <a:spcBef>
                <a:spcPts val="0"/>
              </a:spcBef>
              <a:buNone/>
              <a:defRPr sz="500">
                <a:solidFill>
                  <a:schemeClr val="dk1"/>
                </a:solidFill>
                <a:latin typeface="Arial"/>
                <a:ea typeface="Arial"/>
                <a:cs typeface="Arial"/>
                <a:sym typeface="Arial"/>
              </a:defRPr>
            </a:lvl7pPr>
            <a:lvl8pPr indent="0" lvl="7" marL="0" marR="0" rtl="0" algn="l">
              <a:spcBef>
                <a:spcPts val="0"/>
              </a:spcBef>
              <a:buNone/>
              <a:defRPr sz="500">
                <a:solidFill>
                  <a:schemeClr val="dk1"/>
                </a:solidFill>
                <a:latin typeface="Arial"/>
                <a:ea typeface="Arial"/>
                <a:cs typeface="Arial"/>
                <a:sym typeface="Arial"/>
              </a:defRPr>
            </a:lvl8pPr>
            <a:lvl9pPr indent="0" lvl="8" marL="0" marR="0" rtl="0" algn="l">
              <a:spcBef>
                <a:spcPts val="0"/>
              </a:spcBef>
              <a:buNone/>
              <a:defRPr sz="5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9" name="Shape 89"/>
        <p:cNvGrpSpPr/>
        <p:nvPr/>
      </p:nvGrpSpPr>
      <p:grpSpPr>
        <a:xfrm>
          <a:off x="0" y="0"/>
          <a:ext cx="0" cy="0"/>
          <a:chOff x="0" y="0"/>
          <a:chExt cx="0" cy="0"/>
        </a:xfrm>
      </p:grpSpPr>
      <p:sp>
        <p:nvSpPr>
          <p:cNvPr id="90" name="Google Shape;90;p20"/>
          <p:cNvSpPr txBox="1"/>
          <p:nvPr>
            <p:ph type="title"/>
          </p:nvPr>
        </p:nvSpPr>
        <p:spPr>
          <a:xfrm>
            <a:off x="628650" y="273844"/>
            <a:ext cx="7886700" cy="994172"/>
          </a:xfrm>
          <a:prstGeom prst="rect">
            <a:avLst/>
          </a:prstGeom>
          <a:noFill/>
          <a:ln>
            <a:noFill/>
          </a:ln>
        </p:spPr>
        <p:txBody>
          <a:bodyPr anchorCtr="0" anchor="t" bIns="11425" lIns="22850" spcFirstLastPara="1" rIns="22850" wrap="square" tIns="11425">
            <a:no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400"/>
              <a:buNone/>
              <a:defRPr sz="500"/>
            </a:lvl2pPr>
            <a:lvl3pPr lvl="2">
              <a:spcBef>
                <a:spcPts val="0"/>
              </a:spcBef>
              <a:spcAft>
                <a:spcPts val="0"/>
              </a:spcAft>
              <a:buSzPts val="400"/>
              <a:buNone/>
              <a:defRPr sz="500"/>
            </a:lvl3pPr>
            <a:lvl4pPr lvl="3">
              <a:spcBef>
                <a:spcPts val="0"/>
              </a:spcBef>
              <a:spcAft>
                <a:spcPts val="0"/>
              </a:spcAft>
              <a:buSzPts val="400"/>
              <a:buNone/>
              <a:defRPr sz="500"/>
            </a:lvl4pPr>
            <a:lvl5pPr lvl="4">
              <a:spcBef>
                <a:spcPts val="0"/>
              </a:spcBef>
              <a:spcAft>
                <a:spcPts val="0"/>
              </a:spcAft>
              <a:buSzPts val="400"/>
              <a:buNone/>
              <a:defRPr sz="500"/>
            </a:lvl5pPr>
            <a:lvl6pPr lvl="5">
              <a:spcBef>
                <a:spcPts val="0"/>
              </a:spcBef>
              <a:spcAft>
                <a:spcPts val="0"/>
              </a:spcAft>
              <a:buSzPts val="400"/>
              <a:buNone/>
              <a:defRPr sz="500"/>
            </a:lvl6pPr>
            <a:lvl7pPr lvl="6">
              <a:spcBef>
                <a:spcPts val="0"/>
              </a:spcBef>
              <a:spcAft>
                <a:spcPts val="0"/>
              </a:spcAft>
              <a:buSzPts val="400"/>
              <a:buNone/>
              <a:defRPr sz="500"/>
            </a:lvl7pPr>
            <a:lvl8pPr lvl="7">
              <a:spcBef>
                <a:spcPts val="0"/>
              </a:spcBef>
              <a:spcAft>
                <a:spcPts val="0"/>
              </a:spcAft>
              <a:buSzPts val="400"/>
              <a:buNone/>
              <a:defRPr sz="500"/>
            </a:lvl8pPr>
            <a:lvl9pPr lvl="8">
              <a:spcBef>
                <a:spcPts val="0"/>
              </a:spcBef>
              <a:spcAft>
                <a:spcPts val="0"/>
              </a:spcAft>
              <a:buSzPts val="400"/>
              <a:buNone/>
              <a:defRPr sz="500"/>
            </a:lvl9pPr>
          </a:lstStyle>
          <a:p/>
        </p:txBody>
      </p:sp>
      <p:sp>
        <p:nvSpPr>
          <p:cNvPr id="91" name="Google Shape;91;p20"/>
          <p:cNvSpPr txBox="1"/>
          <p:nvPr>
            <p:ph idx="10" type="dt"/>
          </p:nvPr>
        </p:nvSpPr>
        <p:spPr>
          <a:xfrm>
            <a:off x="628650" y="4767263"/>
            <a:ext cx="20574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92" name="Google Shape;92;p20"/>
          <p:cNvSpPr txBox="1"/>
          <p:nvPr>
            <p:ph idx="11" type="ftr"/>
          </p:nvPr>
        </p:nvSpPr>
        <p:spPr>
          <a:xfrm>
            <a:off x="3028950" y="4767263"/>
            <a:ext cx="30861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93" name="Google Shape;93;p20"/>
          <p:cNvSpPr txBox="1"/>
          <p:nvPr>
            <p:ph idx="12" type="sldNum"/>
          </p:nvPr>
        </p:nvSpPr>
        <p:spPr>
          <a:xfrm>
            <a:off x="6457950" y="4767263"/>
            <a:ext cx="2057400" cy="273844"/>
          </a:xfrm>
          <a:prstGeom prst="rect">
            <a:avLst/>
          </a:prstGeom>
          <a:noFill/>
          <a:ln>
            <a:noFill/>
          </a:ln>
        </p:spPr>
        <p:txBody>
          <a:bodyPr anchorCtr="0" anchor="t" bIns="11425" lIns="22850" spcFirstLastPara="1" rIns="22850" wrap="square" tIns="11425">
            <a:noAutofit/>
          </a:bodyPr>
          <a:lstStyle>
            <a:lvl1pPr indent="0" lvl="0" marL="0" marR="0" rtl="0" algn="l">
              <a:spcBef>
                <a:spcPts val="0"/>
              </a:spcBef>
              <a:buNone/>
              <a:defRPr sz="500">
                <a:solidFill>
                  <a:schemeClr val="dk1"/>
                </a:solidFill>
                <a:latin typeface="Arial"/>
                <a:ea typeface="Arial"/>
                <a:cs typeface="Arial"/>
                <a:sym typeface="Arial"/>
              </a:defRPr>
            </a:lvl1pPr>
            <a:lvl2pPr indent="0" lvl="1" marL="0" marR="0" rtl="0" algn="l">
              <a:spcBef>
                <a:spcPts val="0"/>
              </a:spcBef>
              <a:buNone/>
              <a:defRPr sz="500">
                <a:solidFill>
                  <a:schemeClr val="dk1"/>
                </a:solidFill>
                <a:latin typeface="Arial"/>
                <a:ea typeface="Arial"/>
                <a:cs typeface="Arial"/>
                <a:sym typeface="Arial"/>
              </a:defRPr>
            </a:lvl2pPr>
            <a:lvl3pPr indent="0" lvl="2" marL="0" marR="0" rtl="0" algn="l">
              <a:spcBef>
                <a:spcPts val="0"/>
              </a:spcBef>
              <a:buNone/>
              <a:defRPr sz="500">
                <a:solidFill>
                  <a:schemeClr val="dk1"/>
                </a:solidFill>
                <a:latin typeface="Arial"/>
                <a:ea typeface="Arial"/>
                <a:cs typeface="Arial"/>
                <a:sym typeface="Arial"/>
              </a:defRPr>
            </a:lvl3pPr>
            <a:lvl4pPr indent="0" lvl="3" marL="0" marR="0" rtl="0" algn="l">
              <a:spcBef>
                <a:spcPts val="0"/>
              </a:spcBef>
              <a:buNone/>
              <a:defRPr sz="500">
                <a:solidFill>
                  <a:schemeClr val="dk1"/>
                </a:solidFill>
                <a:latin typeface="Arial"/>
                <a:ea typeface="Arial"/>
                <a:cs typeface="Arial"/>
                <a:sym typeface="Arial"/>
              </a:defRPr>
            </a:lvl4pPr>
            <a:lvl5pPr indent="0" lvl="4" marL="0" marR="0" rtl="0" algn="l">
              <a:spcBef>
                <a:spcPts val="0"/>
              </a:spcBef>
              <a:buNone/>
              <a:defRPr sz="500">
                <a:solidFill>
                  <a:schemeClr val="dk1"/>
                </a:solidFill>
                <a:latin typeface="Arial"/>
                <a:ea typeface="Arial"/>
                <a:cs typeface="Arial"/>
                <a:sym typeface="Arial"/>
              </a:defRPr>
            </a:lvl5pPr>
            <a:lvl6pPr indent="0" lvl="5" marL="0" marR="0" rtl="0" algn="l">
              <a:spcBef>
                <a:spcPts val="0"/>
              </a:spcBef>
              <a:buNone/>
              <a:defRPr sz="500">
                <a:solidFill>
                  <a:schemeClr val="dk1"/>
                </a:solidFill>
                <a:latin typeface="Arial"/>
                <a:ea typeface="Arial"/>
                <a:cs typeface="Arial"/>
                <a:sym typeface="Arial"/>
              </a:defRPr>
            </a:lvl6pPr>
            <a:lvl7pPr indent="0" lvl="6" marL="0" marR="0" rtl="0" algn="l">
              <a:spcBef>
                <a:spcPts val="0"/>
              </a:spcBef>
              <a:buNone/>
              <a:defRPr sz="500">
                <a:solidFill>
                  <a:schemeClr val="dk1"/>
                </a:solidFill>
                <a:latin typeface="Arial"/>
                <a:ea typeface="Arial"/>
                <a:cs typeface="Arial"/>
                <a:sym typeface="Arial"/>
              </a:defRPr>
            </a:lvl7pPr>
            <a:lvl8pPr indent="0" lvl="7" marL="0" marR="0" rtl="0" algn="l">
              <a:spcBef>
                <a:spcPts val="0"/>
              </a:spcBef>
              <a:buNone/>
              <a:defRPr sz="500">
                <a:solidFill>
                  <a:schemeClr val="dk1"/>
                </a:solidFill>
                <a:latin typeface="Arial"/>
                <a:ea typeface="Arial"/>
                <a:cs typeface="Arial"/>
                <a:sym typeface="Arial"/>
              </a:defRPr>
            </a:lvl8pPr>
            <a:lvl9pPr indent="0" lvl="8" marL="0" marR="0" rtl="0" algn="l">
              <a:spcBef>
                <a:spcPts val="0"/>
              </a:spcBef>
              <a:buNone/>
              <a:defRPr sz="5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4" name="Shape 94"/>
        <p:cNvGrpSpPr/>
        <p:nvPr/>
      </p:nvGrpSpPr>
      <p:grpSpPr>
        <a:xfrm>
          <a:off x="0" y="0"/>
          <a:ext cx="0" cy="0"/>
          <a:chOff x="0" y="0"/>
          <a:chExt cx="0" cy="0"/>
        </a:xfrm>
      </p:grpSpPr>
      <p:sp>
        <p:nvSpPr>
          <p:cNvPr id="95" name="Google Shape;95;p21"/>
          <p:cNvSpPr txBox="1"/>
          <p:nvPr>
            <p:ph type="title"/>
          </p:nvPr>
        </p:nvSpPr>
        <p:spPr>
          <a:xfrm>
            <a:off x="629842" y="342900"/>
            <a:ext cx="2949178" cy="1200150"/>
          </a:xfrm>
          <a:prstGeom prst="rect">
            <a:avLst/>
          </a:prstGeom>
          <a:noFill/>
          <a:ln>
            <a:noFill/>
          </a:ln>
        </p:spPr>
        <p:txBody>
          <a:bodyPr anchorCtr="0" anchor="b" bIns="11425" lIns="22850" spcFirstLastPara="1" rIns="22850" wrap="square" tIns="11425">
            <a:noAutofit/>
          </a:bodyPr>
          <a:lstStyle>
            <a:lvl1pPr lvl="0" marR="0" rtl="0" algn="l">
              <a:lnSpc>
                <a:spcPct val="90000"/>
              </a:lnSpc>
              <a:spcBef>
                <a:spcPts val="0"/>
              </a:spcBef>
              <a:spcAft>
                <a:spcPts val="0"/>
              </a:spcAft>
              <a:buClr>
                <a:schemeClr val="dk1"/>
              </a:buClr>
              <a:buSzPts val="2400"/>
              <a:buFont typeface="Play"/>
              <a:buNone/>
              <a:defRPr b="0" i="0" sz="2400" u="none" cap="none" strike="noStrike">
                <a:solidFill>
                  <a:schemeClr val="dk1"/>
                </a:solidFill>
                <a:latin typeface="Play"/>
                <a:ea typeface="Play"/>
                <a:cs typeface="Play"/>
                <a:sym typeface="Play"/>
              </a:defRPr>
            </a:lvl1pPr>
            <a:lvl2pPr lvl="1">
              <a:spcBef>
                <a:spcPts val="0"/>
              </a:spcBef>
              <a:spcAft>
                <a:spcPts val="0"/>
              </a:spcAft>
              <a:buSzPts val="400"/>
              <a:buNone/>
              <a:defRPr sz="500"/>
            </a:lvl2pPr>
            <a:lvl3pPr lvl="2">
              <a:spcBef>
                <a:spcPts val="0"/>
              </a:spcBef>
              <a:spcAft>
                <a:spcPts val="0"/>
              </a:spcAft>
              <a:buSzPts val="400"/>
              <a:buNone/>
              <a:defRPr sz="500"/>
            </a:lvl3pPr>
            <a:lvl4pPr lvl="3">
              <a:spcBef>
                <a:spcPts val="0"/>
              </a:spcBef>
              <a:spcAft>
                <a:spcPts val="0"/>
              </a:spcAft>
              <a:buSzPts val="400"/>
              <a:buNone/>
              <a:defRPr sz="500"/>
            </a:lvl4pPr>
            <a:lvl5pPr lvl="4">
              <a:spcBef>
                <a:spcPts val="0"/>
              </a:spcBef>
              <a:spcAft>
                <a:spcPts val="0"/>
              </a:spcAft>
              <a:buSzPts val="400"/>
              <a:buNone/>
              <a:defRPr sz="500"/>
            </a:lvl5pPr>
            <a:lvl6pPr lvl="5">
              <a:spcBef>
                <a:spcPts val="0"/>
              </a:spcBef>
              <a:spcAft>
                <a:spcPts val="0"/>
              </a:spcAft>
              <a:buSzPts val="400"/>
              <a:buNone/>
              <a:defRPr sz="500"/>
            </a:lvl6pPr>
            <a:lvl7pPr lvl="6">
              <a:spcBef>
                <a:spcPts val="0"/>
              </a:spcBef>
              <a:spcAft>
                <a:spcPts val="0"/>
              </a:spcAft>
              <a:buSzPts val="400"/>
              <a:buNone/>
              <a:defRPr sz="500"/>
            </a:lvl7pPr>
            <a:lvl8pPr lvl="7">
              <a:spcBef>
                <a:spcPts val="0"/>
              </a:spcBef>
              <a:spcAft>
                <a:spcPts val="0"/>
              </a:spcAft>
              <a:buSzPts val="400"/>
              <a:buNone/>
              <a:defRPr sz="500"/>
            </a:lvl8pPr>
            <a:lvl9pPr lvl="8">
              <a:spcBef>
                <a:spcPts val="0"/>
              </a:spcBef>
              <a:spcAft>
                <a:spcPts val="0"/>
              </a:spcAft>
              <a:buSzPts val="400"/>
              <a:buNone/>
              <a:defRPr sz="500"/>
            </a:lvl9pPr>
          </a:lstStyle>
          <a:p/>
        </p:txBody>
      </p:sp>
      <p:sp>
        <p:nvSpPr>
          <p:cNvPr id="96" name="Google Shape;96;p21"/>
          <p:cNvSpPr txBox="1"/>
          <p:nvPr>
            <p:ph idx="1" type="body"/>
          </p:nvPr>
        </p:nvSpPr>
        <p:spPr>
          <a:xfrm>
            <a:off x="3887391" y="740569"/>
            <a:ext cx="4629150" cy="3655219"/>
          </a:xfrm>
          <a:prstGeom prst="rect">
            <a:avLst/>
          </a:prstGeom>
          <a:noFill/>
          <a:ln>
            <a:noFill/>
          </a:ln>
        </p:spPr>
        <p:txBody>
          <a:bodyPr anchorCtr="0" anchor="t" bIns="11425" lIns="22850" spcFirstLastPara="1" rIns="22850" wrap="square" tIns="11425">
            <a:noAutofit/>
          </a:bodyPr>
          <a:lstStyle>
            <a:lvl1pPr indent="-381000" lvl="0" marL="457200" marR="0" rtl="0" algn="l">
              <a:lnSpc>
                <a:spcPct val="90000"/>
              </a:lnSpc>
              <a:spcBef>
                <a:spcPts val="8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61950" lvl="1" marL="914400" marR="0" rtl="0" algn="l">
              <a:lnSpc>
                <a:spcPct val="90000"/>
              </a:lnSpc>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21"/>
          <p:cNvSpPr txBox="1"/>
          <p:nvPr>
            <p:ph idx="2" type="body"/>
          </p:nvPr>
        </p:nvSpPr>
        <p:spPr>
          <a:xfrm>
            <a:off x="629842" y="1543050"/>
            <a:ext cx="2949178" cy="2858691"/>
          </a:xfrm>
          <a:prstGeom prst="rect">
            <a:avLst/>
          </a:prstGeom>
          <a:noFill/>
          <a:ln>
            <a:noFill/>
          </a:ln>
        </p:spPr>
        <p:txBody>
          <a:bodyPr anchorCtr="0" anchor="t" bIns="11425" lIns="22850" spcFirstLastPara="1" rIns="22850" wrap="square" tIns="11425">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9pPr>
          </a:lstStyle>
          <a:p/>
        </p:txBody>
      </p:sp>
      <p:sp>
        <p:nvSpPr>
          <p:cNvPr id="98" name="Google Shape;98;p21"/>
          <p:cNvSpPr txBox="1"/>
          <p:nvPr>
            <p:ph idx="10" type="dt"/>
          </p:nvPr>
        </p:nvSpPr>
        <p:spPr>
          <a:xfrm>
            <a:off x="628650" y="4767263"/>
            <a:ext cx="20574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99" name="Google Shape;99;p21"/>
          <p:cNvSpPr txBox="1"/>
          <p:nvPr>
            <p:ph idx="11" type="ftr"/>
          </p:nvPr>
        </p:nvSpPr>
        <p:spPr>
          <a:xfrm>
            <a:off x="3028950" y="4767263"/>
            <a:ext cx="30861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100" name="Google Shape;100;p21"/>
          <p:cNvSpPr txBox="1"/>
          <p:nvPr>
            <p:ph idx="12" type="sldNum"/>
          </p:nvPr>
        </p:nvSpPr>
        <p:spPr>
          <a:xfrm>
            <a:off x="6457950" y="4767263"/>
            <a:ext cx="2057400" cy="273844"/>
          </a:xfrm>
          <a:prstGeom prst="rect">
            <a:avLst/>
          </a:prstGeom>
          <a:noFill/>
          <a:ln>
            <a:noFill/>
          </a:ln>
        </p:spPr>
        <p:txBody>
          <a:bodyPr anchorCtr="0" anchor="t" bIns="11425" lIns="22850" spcFirstLastPara="1" rIns="22850" wrap="square" tIns="11425">
            <a:noAutofit/>
          </a:bodyPr>
          <a:lstStyle>
            <a:lvl1pPr indent="0" lvl="0" marL="0" marR="0" rtl="0" algn="l">
              <a:spcBef>
                <a:spcPts val="0"/>
              </a:spcBef>
              <a:buNone/>
              <a:defRPr sz="500">
                <a:solidFill>
                  <a:schemeClr val="dk1"/>
                </a:solidFill>
                <a:latin typeface="Arial"/>
                <a:ea typeface="Arial"/>
                <a:cs typeface="Arial"/>
                <a:sym typeface="Arial"/>
              </a:defRPr>
            </a:lvl1pPr>
            <a:lvl2pPr indent="0" lvl="1" marL="0" marR="0" rtl="0" algn="l">
              <a:spcBef>
                <a:spcPts val="0"/>
              </a:spcBef>
              <a:buNone/>
              <a:defRPr sz="500">
                <a:solidFill>
                  <a:schemeClr val="dk1"/>
                </a:solidFill>
                <a:latin typeface="Arial"/>
                <a:ea typeface="Arial"/>
                <a:cs typeface="Arial"/>
                <a:sym typeface="Arial"/>
              </a:defRPr>
            </a:lvl2pPr>
            <a:lvl3pPr indent="0" lvl="2" marL="0" marR="0" rtl="0" algn="l">
              <a:spcBef>
                <a:spcPts val="0"/>
              </a:spcBef>
              <a:buNone/>
              <a:defRPr sz="500">
                <a:solidFill>
                  <a:schemeClr val="dk1"/>
                </a:solidFill>
                <a:latin typeface="Arial"/>
                <a:ea typeface="Arial"/>
                <a:cs typeface="Arial"/>
                <a:sym typeface="Arial"/>
              </a:defRPr>
            </a:lvl3pPr>
            <a:lvl4pPr indent="0" lvl="3" marL="0" marR="0" rtl="0" algn="l">
              <a:spcBef>
                <a:spcPts val="0"/>
              </a:spcBef>
              <a:buNone/>
              <a:defRPr sz="500">
                <a:solidFill>
                  <a:schemeClr val="dk1"/>
                </a:solidFill>
                <a:latin typeface="Arial"/>
                <a:ea typeface="Arial"/>
                <a:cs typeface="Arial"/>
                <a:sym typeface="Arial"/>
              </a:defRPr>
            </a:lvl4pPr>
            <a:lvl5pPr indent="0" lvl="4" marL="0" marR="0" rtl="0" algn="l">
              <a:spcBef>
                <a:spcPts val="0"/>
              </a:spcBef>
              <a:buNone/>
              <a:defRPr sz="500">
                <a:solidFill>
                  <a:schemeClr val="dk1"/>
                </a:solidFill>
                <a:latin typeface="Arial"/>
                <a:ea typeface="Arial"/>
                <a:cs typeface="Arial"/>
                <a:sym typeface="Arial"/>
              </a:defRPr>
            </a:lvl5pPr>
            <a:lvl6pPr indent="0" lvl="5" marL="0" marR="0" rtl="0" algn="l">
              <a:spcBef>
                <a:spcPts val="0"/>
              </a:spcBef>
              <a:buNone/>
              <a:defRPr sz="500">
                <a:solidFill>
                  <a:schemeClr val="dk1"/>
                </a:solidFill>
                <a:latin typeface="Arial"/>
                <a:ea typeface="Arial"/>
                <a:cs typeface="Arial"/>
                <a:sym typeface="Arial"/>
              </a:defRPr>
            </a:lvl6pPr>
            <a:lvl7pPr indent="0" lvl="6" marL="0" marR="0" rtl="0" algn="l">
              <a:spcBef>
                <a:spcPts val="0"/>
              </a:spcBef>
              <a:buNone/>
              <a:defRPr sz="500">
                <a:solidFill>
                  <a:schemeClr val="dk1"/>
                </a:solidFill>
                <a:latin typeface="Arial"/>
                <a:ea typeface="Arial"/>
                <a:cs typeface="Arial"/>
                <a:sym typeface="Arial"/>
              </a:defRPr>
            </a:lvl7pPr>
            <a:lvl8pPr indent="0" lvl="7" marL="0" marR="0" rtl="0" algn="l">
              <a:spcBef>
                <a:spcPts val="0"/>
              </a:spcBef>
              <a:buNone/>
              <a:defRPr sz="500">
                <a:solidFill>
                  <a:schemeClr val="dk1"/>
                </a:solidFill>
                <a:latin typeface="Arial"/>
                <a:ea typeface="Arial"/>
                <a:cs typeface="Arial"/>
                <a:sym typeface="Arial"/>
              </a:defRPr>
            </a:lvl8pPr>
            <a:lvl9pPr indent="0" lvl="8" marL="0" marR="0" rtl="0" algn="l">
              <a:spcBef>
                <a:spcPts val="0"/>
              </a:spcBef>
              <a:buNone/>
              <a:defRPr sz="5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1" name="Shape 101"/>
        <p:cNvGrpSpPr/>
        <p:nvPr/>
      </p:nvGrpSpPr>
      <p:grpSpPr>
        <a:xfrm>
          <a:off x="0" y="0"/>
          <a:ext cx="0" cy="0"/>
          <a:chOff x="0" y="0"/>
          <a:chExt cx="0" cy="0"/>
        </a:xfrm>
      </p:grpSpPr>
      <p:sp>
        <p:nvSpPr>
          <p:cNvPr id="102" name="Google Shape;102;p22"/>
          <p:cNvSpPr txBox="1"/>
          <p:nvPr>
            <p:ph type="title"/>
          </p:nvPr>
        </p:nvSpPr>
        <p:spPr>
          <a:xfrm>
            <a:off x="629842" y="342900"/>
            <a:ext cx="2949178" cy="1200150"/>
          </a:xfrm>
          <a:prstGeom prst="rect">
            <a:avLst/>
          </a:prstGeom>
          <a:noFill/>
          <a:ln>
            <a:noFill/>
          </a:ln>
        </p:spPr>
        <p:txBody>
          <a:bodyPr anchorCtr="0" anchor="b" bIns="11425" lIns="22850" spcFirstLastPara="1" rIns="22850" wrap="square" tIns="11425">
            <a:noAutofit/>
          </a:bodyPr>
          <a:lstStyle>
            <a:lvl1pPr lvl="0" marR="0" rtl="0" algn="l">
              <a:lnSpc>
                <a:spcPct val="90000"/>
              </a:lnSpc>
              <a:spcBef>
                <a:spcPts val="0"/>
              </a:spcBef>
              <a:spcAft>
                <a:spcPts val="0"/>
              </a:spcAft>
              <a:buClr>
                <a:schemeClr val="dk1"/>
              </a:buClr>
              <a:buSzPts val="2400"/>
              <a:buFont typeface="Play"/>
              <a:buNone/>
              <a:defRPr b="0" i="0" sz="2400" u="none" cap="none" strike="noStrike">
                <a:solidFill>
                  <a:schemeClr val="dk1"/>
                </a:solidFill>
                <a:latin typeface="Play"/>
                <a:ea typeface="Play"/>
                <a:cs typeface="Play"/>
                <a:sym typeface="Play"/>
              </a:defRPr>
            </a:lvl1pPr>
            <a:lvl2pPr lvl="1">
              <a:spcBef>
                <a:spcPts val="0"/>
              </a:spcBef>
              <a:spcAft>
                <a:spcPts val="0"/>
              </a:spcAft>
              <a:buSzPts val="400"/>
              <a:buNone/>
              <a:defRPr sz="500"/>
            </a:lvl2pPr>
            <a:lvl3pPr lvl="2">
              <a:spcBef>
                <a:spcPts val="0"/>
              </a:spcBef>
              <a:spcAft>
                <a:spcPts val="0"/>
              </a:spcAft>
              <a:buSzPts val="400"/>
              <a:buNone/>
              <a:defRPr sz="500"/>
            </a:lvl3pPr>
            <a:lvl4pPr lvl="3">
              <a:spcBef>
                <a:spcPts val="0"/>
              </a:spcBef>
              <a:spcAft>
                <a:spcPts val="0"/>
              </a:spcAft>
              <a:buSzPts val="400"/>
              <a:buNone/>
              <a:defRPr sz="500"/>
            </a:lvl4pPr>
            <a:lvl5pPr lvl="4">
              <a:spcBef>
                <a:spcPts val="0"/>
              </a:spcBef>
              <a:spcAft>
                <a:spcPts val="0"/>
              </a:spcAft>
              <a:buSzPts val="400"/>
              <a:buNone/>
              <a:defRPr sz="500"/>
            </a:lvl5pPr>
            <a:lvl6pPr lvl="5">
              <a:spcBef>
                <a:spcPts val="0"/>
              </a:spcBef>
              <a:spcAft>
                <a:spcPts val="0"/>
              </a:spcAft>
              <a:buSzPts val="400"/>
              <a:buNone/>
              <a:defRPr sz="500"/>
            </a:lvl6pPr>
            <a:lvl7pPr lvl="6">
              <a:spcBef>
                <a:spcPts val="0"/>
              </a:spcBef>
              <a:spcAft>
                <a:spcPts val="0"/>
              </a:spcAft>
              <a:buSzPts val="400"/>
              <a:buNone/>
              <a:defRPr sz="500"/>
            </a:lvl7pPr>
            <a:lvl8pPr lvl="7">
              <a:spcBef>
                <a:spcPts val="0"/>
              </a:spcBef>
              <a:spcAft>
                <a:spcPts val="0"/>
              </a:spcAft>
              <a:buSzPts val="400"/>
              <a:buNone/>
              <a:defRPr sz="500"/>
            </a:lvl8pPr>
            <a:lvl9pPr lvl="8">
              <a:spcBef>
                <a:spcPts val="0"/>
              </a:spcBef>
              <a:spcAft>
                <a:spcPts val="0"/>
              </a:spcAft>
              <a:buSzPts val="400"/>
              <a:buNone/>
              <a:defRPr sz="500"/>
            </a:lvl9pPr>
          </a:lstStyle>
          <a:p/>
        </p:txBody>
      </p:sp>
      <p:sp>
        <p:nvSpPr>
          <p:cNvPr id="103" name="Google Shape;103;p22"/>
          <p:cNvSpPr/>
          <p:nvPr>
            <p:ph idx="2" type="pic"/>
          </p:nvPr>
        </p:nvSpPr>
        <p:spPr>
          <a:xfrm>
            <a:off x="3887391" y="740569"/>
            <a:ext cx="4629150" cy="3655219"/>
          </a:xfrm>
          <a:prstGeom prst="rect">
            <a:avLst/>
          </a:prstGeom>
          <a:noFill/>
          <a:ln>
            <a:noFill/>
          </a:ln>
        </p:spPr>
      </p:sp>
      <p:sp>
        <p:nvSpPr>
          <p:cNvPr id="104" name="Google Shape;104;p22"/>
          <p:cNvSpPr txBox="1"/>
          <p:nvPr>
            <p:ph idx="1" type="body"/>
          </p:nvPr>
        </p:nvSpPr>
        <p:spPr>
          <a:xfrm>
            <a:off x="629842" y="1543050"/>
            <a:ext cx="2949178" cy="2858691"/>
          </a:xfrm>
          <a:prstGeom prst="rect">
            <a:avLst/>
          </a:prstGeom>
          <a:noFill/>
          <a:ln>
            <a:noFill/>
          </a:ln>
        </p:spPr>
        <p:txBody>
          <a:bodyPr anchorCtr="0" anchor="t" bIns="11425" lIns="22850" spcFirstLastPara="1" rIns="22850" wrap="square" tIns="11425">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9pPr>
          </a:lstStyle>
          <a:p/>
        </p:txBody>
      </p:sp>
      <p:sp>
        <p:nvSpPr>
          <p:cNvPr id="105" name="Google Shape;105;p22"/>
          <p:cNvSpPr txBox="1"/>
          <p:nvPr>
            <p:ph idx="10" type="dt"/>
          </p:nvPr>
        </p:nvSpPr>
        <p:spPr>
          <a:xfrm>
            <a:off x="628650" y="4767263"/>
            <a:ext cx="20574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106" name="Google Shape;106;p22"/>
          <p:cNvSpPr txBox="1"/>
          <p:nvPr>
            <p:ph idx="11" type="ftr"/>
          </p:nvPr>
        </p:nvSpPr>
        <p:spPr>
          <a:xfrm>
            <a:off x="3028950" y="4767263"/>
            <a:ext cx="30861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107" name="Google Shape;107;p22"/>
          <p:cNvSpPr txBox="1"/>
          <p:nvPr>
            <p:ph idx="12" type="sldNum"/>
          </p:nvPr>
        </p:nvSpPr>
        <p:spPr>
          <a:xfrm>
            <a:off x="6457950" y="4767263"/>
            <a:ext cx="2057400" cy="273844"/>
          </a:xfrm>
          <a:prstGeom prst="rect">
            <a:avLst/>
          </a:prstGeom>
          <a:noFill/>
          <a:ln>
            <a:noFill/>
          </a:ln>
        </p:spPr>
        <p:txBody>
          <a:bodyPr anchorCtr="0" anchor="t" bIns="11425" lIns="22850" spcFirstLastPara="1" rIns="22850" wrap="square" tIns="11425">
            <a:noAutofit/>
          </a:bodyPr>
          <a:lstStyle>
            <a:lvl1pPr indent="0" lvl="0" marL="0" marR="0" rtl="0" algn="l">
              <a:spcBef>
                <a:spcPts val="0"/>
              </a:spcBef>
              <a:buNone/>
              <a:defRPr sz="500">
                <a:solidFill>
                  <a:schemeClr val="dk1"/>
                </a:solidFill>
                <a:latin typeface="Arial"/>
                <a:ea typeface="Arial"/>
                <a:cs typeface="Arial"/>
                <a:sym typeface="Arial"/>
              </a:defRPr>
            </a:lvl1pPr>
            <a:lvl2pPr indent="0" lvl="1" marL="0" marR="0" rtl="0" algn="l">
              <a:spcBef>
                <a:spcPts val="0"/>
              </a:spcBef>
              <a:buNone/>
              <a:defRPr sz="500">
                <a:solidFill>
                  <a:schemeClr val="dk1"/>
                </a:solidFill>
                <a:latin typeface="Arial"/>
                <a:ea typeface="Arial"/>
                <a:cs typeface="Arial"/>
                <a:sym typeface="Arial"/>
              </a:defRPr>
            </a:lvl2pPr>
            <a:lvl3pPr indent="0" lvl="2" marL="0" marR="0" rtl="0" algn="l">
              <a:spcBef>
                <a:spcPts val="0"/>
              </a:spcBef>
              <a:buNone/>
              <a:defRPr sz="500">
                <a:solidFill>
                  <a:schemeClr val="dk1"/>
                </a:solidFill>
                <a:latin typeface="Arial"/>
                <a:ea typeface="Arial"/>
                <a:cs typeface="Arial"/>
                <a:sym typeface="Arial"/>
              </a:defRPr>
            </a:lvl3pPr>
            <a:lvl4pPr indent="0" lvl="3" marL="0" marR="0" rtl="0" algn="l">
              <a:spcBef>
                <a:spcPts val="0"/>
              </a:spcBef>
              <a:buNone/>
              <a:defRPr sz="500">
                <a:solidFill>
                  <a:schemeClr val="dk1"/>
                </a:solidFill>
                <a:latin typeface="Arial"/>
                <a:ea typeface="Arial"/>
                <a:cs typeface="Arial"/>
                <a:sym typeface="Arial"/>
              </a:defRPr>
            </a:lvl4pPr>
            <a:lvl5pPr indent="0" lvl="4" marL="0" marR="0" rtl="0" algn="l">
              <a:spcBef>
                <a:spcPts val="0"/>
              </a:spcBef>
              <a:buNone/>
              <a:defRPr sz="500">
                <a:solidFill>
                  <a:schemeClr val="dk1"/>
                </a:solidFill>
                <a:latin typeface="Arial"/>
                <a:ea typeface="Arial"/>
                <a:cs typeface="Arial"/>
                <a:sym typeface="Arial"/>
              </a:defRPr>
            </a:lvl5pPr>
            <a:lvl6pPr indent="0" lvl="5" marL="0" marR="0" rtl="0" algn="l">
              <a:spcBef>
                <a:spcPts val="0"/>
              </a:spcBef>
              <a:buNone/>
              <a:defRPr sz="500">
                <a:solidFill>
                  <a:schemeClr val="dk1"/>
                </a:solidFill>
                <a:latin typeface="Arial"/>
                <a:ea typeface="Arial"/>
                <a:cs typeface="Arial"/>
                <a:sym typeface="Arial"/>
              </a:defRPr>
            </a:lvl6pPr>
            <a:lvl7pPr indent="0" lvl="6" marL="0" marR="0" rtl="0" algn="l">
              <a:spcBef>
                <a:spcPts val="0"/>
              </a:spcBef>
              <a:buNone/>
              <a:defRPr sz="500">
                <a:solidFill>
                  <a:schemeClr val="dk1"/>
                </a:solidFill>
                <a:latin typeface="Arial"/>
                <a:ea typeface="Arial"/>
                <a:cs typeface="Arial"/>
                <a:sym typeface="Arial"/>
              </a:defRPr>
            </a:lvl7pPr>
            <a:lvl8pPr indent="0" lvl="7" marL="0" marR="0" rtl="0" algn="l">
              <a:spcBef>
                <a:spcPts val="0"/>
              </a:spcBef>
              <a:buNone/>
              <a:defRPr sz="500">
                <a:solidFill>
                  <a:schemeClr val="dk1"/>
                </a:solidFill>
                <a:latin typeface="Arial"/>
                <a:ea typeface="Arial"/>
                <a:cs typeface="Arial"/>
                <a:sym typeface="Arial"/>
              </a:defRPr>
            </a:lvl8pPr>
            <a:lvl9pPr indent="0" lvl="8" marL="0" marR="0" rtl="0" algn="l">
              <a:spcBef>
                <a:spcPts val="0"/>
              </a:spcBef>
              <a:buNone/>
              <a:defRPr sz="5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8" name="Shape 108"/>
        <p:cNvGrpSpPr/>
        <p:nvPr/>
      </p:nvGrpSpPr>
      <p:grpSpPr>
        <a:xfrm>
          <a:off x="0" y="0"/>
          <a:ext cx="0" cy="0"/>
          <a:chOff x="0" y="0"/>
          <a:chExt cx="0" cy="0"/>
        </a:xfrm>
      </p:grpSpPr>
      <p:sp>
        <p:nvSpPr>
          <p:cNvPr id="109" name="Google Shape;109;p23"/>
          <p:cNvSpPr txBox="1"/>
          <p:nvPr>
            <p:ph type="title"/>
          </p:nvPr>
        </p:nvSpPr>
        <p:spPr>
          <a:xfrm>
            <a:off x="628650" y="273844"/>
            <a:ext cx="7886700" cy="994172"/>
          </a:xfrm>
          <a:prstGeom prst="rect">
            <a:avLst/>
          </a:prstGeom>
          <a:noFill/>
          <a:ln>
            <a:noFill/>
          </a:ln>
        </p:spPr>
        <p:txBody>
          <a:bodyPr anchorCtr="0" anchor="t" bIns="11425" lIns="22850" spcFirstLastPara="1" rIns="22850" wrap="square" tIns="11425">
            <a:no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400"/>
              <a:buNone/>
              <a:defRPr sz="500"/>
            </a:lvl2pPr>
            <a:lvl3pPr lvl="2">
              <a:spcBef>
                <a:spcPts val="0"/>
              </a:spcBef>
              <a:spcAft>
                <a:spcPts val="0"/>
              </a:spcAft>
              <a:buSzPts val="400"/>
              <a:buNone/>
              <a:defRPr sz="500"/>
            </a:lvl3pPr>
            <a:lvl4pPr lvl="3">
              <a:spcBef>
                <a:spcPts val="0"/>
              </a:spcBef>
              <a:spcAft>
                <a:spcPts val="0"/>
              </a:spcAft>
              <a:buSzPts val="400"/>
              <a:buNone/>
              <a:defRPr sz="500"/>
            </a:lvl4pPr>
            <a:lvl5pPr lvl="4">
              <a:spcBef>
                <a:spcPts val="0"/>
              </a:spcBef>
              <a:spcAft>
                <a:spcPts val="0"/>
              </a:spcAft>
              <a:buSzPts val="400"/>
              <a:buNone/>
              <a:defRPr sz="500"/>
            </a:lvl5pPr>
            <a:lvl6pPr lvl="5">
              <a:spcBef>
                <a:spcPts val="0"/>
              </a:spcBef>
              <a:spcAft>
                <a:spcPts val="0"/>
              </a:spcAft>
              <a:buSzPts val="400"/>
              <a:buNone/>
              <a:defRPr sz="500"/>
            </a:lvl6pPr>
            <a:lvl7pPr lvl="6">
              <a:spcBef>
                <a:spcPts val="0"/>
              </a:spcBef>
              <a:spcAft>
                <a:spcPts val="0"/>
              </a:spcAft>
              <a:buSzPts val="400"/>
              <a:buNone/>
              <a:defRPr sz="500"/>
            </a:lvl7pPr>
            <a:lvl8pPr lvl="7">
              <a:spcBef>
                <a:spcPts val="0"/>
              </a:spcBef>
              <a:spcAft>
                <a:spcPts val="0"/>
              </a:spcAft>
              <a:buSzPts val="400"/>
              <a:buNone/>
              <a:defRPr sz="500"/>
            </a:lvl8pPr>
            <a:lvl9pPr lvl="8">
              <a:spcBef>
                <a:spcPts val="0"/>
              </a:spcBef>
              <a:spcAft>
                <a:spcPts val="0"/>
              </a:spcAft>
              <a:buSzPts val="400"/>
              <a:buNone/>
              <a:defRPr sz="500"/>
            </a:lvl9pPr>
          </a:lstStyle>
          <a:p/>
        </p:txBody>
      </p:sp>
      <p:sp>
        <p:nvSpPr>
          <p:cNvPr id="110" name="Google Shape;110;p23"/>
          <p:cNvSpPr txBox="1"/>
          <p:nvPr>
            <p:ph idx="1" type="body"/>
          </p:nvPr>
        </p:nvSpPr>
        <p:spPr>
          <a:xfrm rot="5400000">
            <a:off x="2940248" y="-942379"/>
            <a:ext cx="3263504" cy="7886700"/>
          </a:xfrm>
          <a:prstGeom prst="rect">
            <a:avLst/>
          </a:prstGeom>
          <a:noFill/>
          <a:ln>
            <a:noFill/>
          </a:ln>
        </p:spPr>
        <p:txBody>
          <a:bodyPr anchorCtr="0" anchor="t" bIns="11425" lIns="22850" spcFirstLastPara="1" rIns="22850" wrap="square" tIns="1142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11" name="Google Shape;111;p23"/>
          <p:cNvSpPr txBox="1"/>
          <p:nvPr>
            <p:ph idx="10" type="dt"/>
          </p:nvPr>
        </p:nvSpPr>
        <p:spPr>
          <a:xfrm>
            <a:off x="628650" y="4767263"/>
            <a:ext cx="20574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112" name="Google Shape;112;p23"/>
          <p:cNvSpPr txBox="1"/>
          <p:nvPr>
            <p:ph idx="11" type="ftr"/>
          </p:nvPr>
        </p:nvSpPr>
        <p:spPr>
          <a:xfrm>
            <a:off x="3028950" y="4767263"/>
            <a:ext cx="30861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113" name="Google Shape;113;p23"/>
          <p:cNvSpPr txBox="1"/>
          <p:nvPr>
            <p:ph idx="12" type="sldNum"/>
          </p:nvPr>
        </p:nvSpPr>
        <p:spPr>
          <a:xfrm>
            <a:off x="6457950" y="4767263"/>
            <a:ext cx="2057400" cy="273844"/>
          </a:xfrm>
          <a:prstGeom prst="rect">
            <a:avLst/>
          </a:prstGeom>
          <a:noFill/>
          <a:ln>
            <a:noFill/>
          </a:ln>
        </p:spPr>
        <p:txBody>
          <a:bodyPr anchorCtr="0" anchor="t" bIns="11425" lIns="22850" spcFirstLastPara="1" rIns="22850" wrap="square" tIns="11425">
            <a:noAutofit/>
          </a:bodyPr>
          <a:lstStyle>
            <a:lvl1pPr indent="0" lvl="0" marL="0" marR="0" rtl="0" algn="l">
              <a:spcBef>
                <a:spcPts val="0"/>
              </a:spcBef>
              <a:buNone/>
              <a:defRPr sz="500">
                <a:solidFill>
                  <a:schemeClr val="dk1"/>
                </a:solidFill>
                <a:latin typeface="Arial"/>
                <a:ea typeface="Arial"/>
                <a:cs typeface="Arial"/>
                <a:sym typeface="Arial"/>
              </a:defRPr>
            </a:lvl1pPr>
            <a:lvl2pPr indent="0" lvl="1" marL="0" marR="0" rtl="0" algn="l">
              <a:spcBef>
                <a:spcPts val="0"/>
              </a:spcBef>
              <a:buNone/>
              <a:defRPr sz="500">
                <a:solidFill>
                  <a:schemeClr val="dk1"/>
                </a:solidFill>
                <a:latin typeface="Arial"/>
                <a:ea typeface="Arial"/>
                <a:cs typeface="Arial"/>
                <a:sym typeface="Arial"/>
              </a:defRPr>
            </a:lvl2pPr>
            <a:lvl3pPr indent="0" lvl="2" marL="0" marR="0" rtl="0" algn="l">
              <a:spcBef>
                <a:spcPts val="0"/>
              </a:spcBef>
              <a:buNone/>
              <a:defRPr sz="500">
                <a:solidFill>
                  <a:schemeClr val="dk1"/>
                </a:solidFill>
                <a:latin typeface="Arial"/>
                <a:ea typeface="Arial"/>
                <a:cs typeface="Arial"/>
                <a:sym typeface="Arial"/>
              </a:defRPr>
            </a:lvl3pPr>
            <a:lvl4pPr indent="0" lvl="3" marL="0" marR="0" rtl="0" algn="l">
              <a:spcBef>
                <a:spcPts val="0"/>
              </a:spcBef>
              <a:buNone/>
              <a:defRPr sz="500">
                <a:solidFill>
                  <a:schemeClr val="dk1"/>
                </a:solidFill>
                <a:latin typeface="Arial"/>
                <a:ea typeface="Arial"/>
                <a:cs typeface="Arial"/>
                <a:sym typeface="Arial"/>
              </a:defRPr>
            </a:lvl4pPr>
            <a:lvl5pPr indent="0" lvl="4" marL="0" marR="0" rtl="0" algn="l">
              <a:spcBef>
                <a:spcPts val="0"/>
              </a:spcBef>
              <a:buNone/>
              <a:defRPr sz="500">
                <a:solidFill>
                  <a:schemeClr val="dk1"/>
                </a:solidFill>
                <a:latin typeface="Arial"/>
                <a:ea typeface="Arial"/>
                <a:cs typeface="Arial"/>
                <a:sym typeface="Arial"/>
              </a:defRPr>
            </a:lvl5pPr>
            <a:lvl6pPr indent="0" lvl="5" marL="0" marR="0" rtl="0" algn="l">
              <a:spcBef>
                <a:spcPts val="0"/>
              </a:spcBef>
              <a:buNone/>
              <a:defRPr sz="500">
                <a:solidFill>
                  <a:schemeClr val="dk1"/>
                </a:solidFill>
                <a:latin typeface="Arial"/>
                <a:ea typeface="Arial"/>
                <a:cs typeface="Arial"/>
                <a:sym typeface="Arial"/>
              </a:defRPr>
            </a:lvl6pPr>
            <a:lvl7pPr indent="0" lvl="6" marL="0" marR="0" rtl="0" algn="l">
              <a:spcBef>
                <a:spcPts val="0"/>
              </a:spcBef>
              <a:buNone/>
              <a:defRPr sz="500">
                <a:solidFill>
                  <a:schemeClr val="dk1"/>
                </a:solidFill>
                <a:latin typeface="Arial"/>
                <a:ea typeface="Arial"/>
                <a:cs typeface="Arial"/>
                <a:sym typeface="Arial"/>
              </a:defRPr>
            </a:lvl7pPr>
            <a:lvl8pPr indent="0" lvl="7" marL="0" marR="0" rtl="0" algn="l">
              <a:spcBef>
                <a:spcPts val="0"/>
              </a:spcBef>
              <a:buNone/>
              <a:defRPr sz="500">
                <a:solidFill>
                  <a:schemeClr val="dk1"/>
                </a:solidFill>
                <a:latin typeface="Arial"/>
                <a:ea typeface="Arial"/>
                <a:cs typeface="Arial"/>
                <a:sym typeface="Arial"/>
              </a:defRPr>
            </a:lvl8pPr>
            <a:lvl9pPr indent="0" lvl="8" marL="0" marR="0" rtl="0" algn="l">
              <a:spcBef>
                <a:spcPts val="0"/>
              </a:spcBef>
              <a:buNone/>
              <a:defRPr sz="5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4" name="Shape 114"/>
        <p:cNvGrpSpPr/>
        <p:nvPr/>
      </p:nvGrpSpPr>
      <p:grpSpPr>
        <a:xfrm>
          <a:off x="0" y="0"/>
          <a:ext cx="0" cy="0"/>
          <a:chOff x="0" y="0"/>
          <a:chExt cx="0" cy="0"/>
        </a:xfrm>
      </p:grpSpPr>
      <p:sp>
        <p:nvSpPr>
          <p:cNvPr id="115" name="Google Shape;115;p24"/>
          <p:cNvSpPr txBox="1"/>
          <p:nvPr>
            <p:ph type="title"/>
          </p:nvPr>
        </p:nvSpPr>
        <p:spPr>
          <a:xfrm rot="5400000">
            <a:off x="5350073" y="1467446"/>
            <a:ext cx="4358879" cy="1971675"/>
          </a:xfrm>
          <a:prstGeom prst="rect">
            <a:avLst/>
          </a:prstGeom>
          <a:noFill/>
          <a:ln>
            <a:noFill/>
          </a:ln>
        </p:spPr>
        <p:txBody>
          <a:bodyPr anchorCtr="0" anchor="t" bIns="11425" lIns="22850" spcFirstLastPara="1" rIns="22850" wrap="square" tIns="11425">
            <a:no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400"/>
              <a:buNone/>
              <a:defRPr sz="500"/>
            </a:lvl2pPr>
            <a:lvl3pPr lvl="2">
              <a:spcBef>
                <a:spcPts val="0"/>
              </a:spcBef>
              <a:spcAft>
                <a:spcPts val="0"/>
              </a:spcAft>
              <a:buSzPts val="400"/>
              <a:buNone/>
              <a:defRPr sz="500"/>
            </a:lvl3pPr>
            <a:lvl4pPr lvl="3">
              <a:spcBef>
                <a:spcPts val="0"/>
              </a:spcBef>
              <a:spcAft>
                <a:spcPts val="0"/>
              </a:spcAft>
              <a:buSzPts val="400"/>
              <a:buNone/>
              <a:defRPr sz="500"/>
            </a:lvl4pPr>
            <a:lvl5pPr lvl="4">
              <a:spcBef>
                <a:spcPts val="0"/>
              </a:spcBef>
              <a:spcAft>
                <a:spcPts val="0"/>
              </a:spcAft>
              <a:buSzPts val="400"/>
              <a:buNone/>
              <a:defRPr sz="500"/>
            </a:lvl5pPr>
            <a:lvl6pPr lvl="5">
              <a:spcBef>
                <a:spcPts val="0"/>
              </a:spcBef>
              <a:spcAft>
                <a:spcPts val="0"/>
              </a:spcAft>
              <a:buSzPts val="400"/>
              <a:buNone/>
              <a:defRPr sz="500"/>
            </a:lvl6pPr>
            <a:lvl7pPr lvl="6">
              <a:spcBef>
                <a:spcPts val="0"/>
              </a:spcBef>
              <a:spcAft>
                <a:spcPts val="0"/>
              </a:spcAft>
              <a:buSzPts val="400"/>
              <a:buNone/>
              <a:defRPr sz="500"/>
            </a:lvl7pPr>
            <a:lvl8pPr lvl="7">
              <a:spcBef>
                <a:spcPts val="0"/>
              </a:spcBef>
              <a:spcAft>
                <a:spcPts val="0"/>
              </a:spcAft>
              <a:buSzPts val="400"/>
              <a:buNone/>
              <a:defRPr sz="500"/>
            </a:lvl8pPr>
            <a:lvl9pPr lvl="8">
              <a:spcBef>
                <a:spcPts val="0"/>
              </a:spcBef>
              <a:spcAft>
                <a:spcPts val="0"/>
              </a:spcAft>
              <a:buSzPts val="400"/>
              <a:buNone/>
              <a:defRPr sz="500"/>
            </a:lvl9pPr>
          </a:lstStyle>
          <a:p/>
        </p:txBody>
      </p:sp>
      <p:sp>
        <p:nvSpPr>
          <p:cNvPr id="116" name="Google Shape;116;p24"/>
          <p:cNvSpPr txBox="1"/>
          <p:nvPr>
            <p:ph idx="1" type="body"/>
          </p:nvPr>
        </p:nvSpPr>
        <p:spPr>
          <a:xfrm rot="5400000">
            <a:off x="1349573" y="-447079"/>
            <a:ext cx="4358879" cy="5800725"/>
          </a:xfrm>
          <a:prstGeom prst="rect">
            <a:avLst/>
          </a:prstGeom>
          <a:noFill/>
          <a:ln>
            <a:noFill/>
          </a:ln>
        </p:spPr>
        <p:txBody>
          <a:bodyPr anchorCtr="0" anchor="t" bIns="11425" lIns="22850" spcFirstLastPara="1" rIns="22850" wrap="square" tIns="1142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17" name="Google Shape;117;p24"/>
          <p:cNvSpPr txBox="1"/>
          <p:nvPr>
            <p:ph idx="10" type="dt"/>
          </p:nvPr>
        </p:nvSpPr>
        <p:spPr>
          <a:xfrm>
            <a:off x="628650" y="4767263"/>
            <a:ext cx="20574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118" name="Google Shape;118;p24"/>
          <p:cNvSpPr txBox="1"/>
          <p:nvPr>
            <p:ph idx="11" type="ftr"/>
          </p:nvPr>
        </p:nvSpPr>
        <p:spPr>
          <a:xfrm>
            <a:off x="3028950" y="4767263"/>
            <a:ext cx="3086100" cy="273844"/>
          </a:xfrm>
          <a:prstGeom prst="rect">
            <a:avLst/>
          </a:prstGeom>
          <a:noFill/>
          <a:ln>
            <a:noFill/>
          </a:ln>
        </p:spPr>
        <p:txBody>
          <a:bodyPr anchorCtr="0" anchor="t" bIns="11425" lIns="22850" spcFirstLastPara="1" rIns="22850" wrap="square" tIns="11425">
            <a:noAutofit/>
          </a:bodyPr>
          <a:lstStyle>
            <a:lvl1pPr lvl="0" marR="0" rtl="0" algn="l">
              <a:spcBef>
                <a:spcPts val="0"/>
              </a:spcBef>
              <a:spcAft>
                <a:spcPts val="0"/>
              </a:spcAft>
              <a:buSzPts val="400"/>
              <a:buNone/>
              <a:defRPr sz="500">
                <a:solidFill>
                  <a:schemeClr val="dk1"/>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119" name="Google Shape;119;p24"/>
          <p:cNvSpPr txBox="1"/>
          <p:nvPr>
            <p:ph idx="12" type="sldNum"/>
          </p:nvPr>
        </p:nvSpPr>
        <p:spPr>
          <a:xfrm>
            <a:off x="6457950" y="4767263"/>
            <a:ext cx="2057400" cy="273844"/>
          </a:xfrm>
          <a:prstGeom prst="rect">
            <a:avLst/>
          </a:prstGeom>
          <a:noFill/>
          <a:ln>
            <a:noFill/>
          </a:ln>
        </p:spPr>
        <p:txBody>
          <a:bodyPr anchorCtr="0" anchor="t" bIns="11425" lIns="22850" spcFirstLastPara="1" rIns="22850" wrap="square" tIns="11425">
            <a:noAutofit/>
          </a:bodyPr>
          <a:lstStyle>
            <a:lvl1pPr indent="0" lvl="0" marL="0" marR="0" rtl="0" algn="l">
              <a:spcBef>
                <a:spcPts val="0"/>
              </a:spcBef>
              <a:buNone/>
              <a:defRPr sz="500">
                <a:solidFill>
                  <a:schemeClr val="dk1"/>
                </a:solidFill>
                <a:latin typeface="Arial"/>
                <a:ea typeface="Arial"/>
                <a:cs typeface="Arial"/>
                <a:sym typeface="Arial"/>
              </a:defRPr>
            </a:lvl1pPr>
            <a:lvl2pPr indent="0" lvl="1" marL="0" marR="0" rtl="0" algn="l">
              <a:spcBef>
                <a:spcPts val="0"/>
              </a:spcBef>
              <a:buNone/>
              <a:defRPr sz="500">
                <a:solidFill>
                  <a:schemeClr val="dk1"/>
                </a:solidFill>
                <a:latin typeface="Arial"/>
                <a:ea typeface="Arial"/>
                <a:cs typeface="Arial"/>
                <a:sym typeface="Arial"/>
              </a:defRPr>
            </a:lvl2pPr>
            <a:lvl3pPr indent="0" lvl="2" marL="0" marR="0" rtl="0" algn="l">
              <a:spcBef>
                <a:spcPts val="0"/>
              </a:spcBef>
              <a:buNone/>
              <a:defRPr sz="500">
                <a:solidFill>
                  <a:schemeClr val="dk1"/>
                </a:solidFill>
                <a:latin typeface="Arial"/>
                <a:ea typeface="Arial"/>
                <a:cs typeface="Arial"/>
                <a:sym typeface="Arial"/>
              </a:defRPr>
            </a:lvl3pPr>
            <a:lvl4pPr indent="0" lvl="3" marL="0" marR="0" rtl="0" algn="l">
              <a:spcBef>
                <a:spcPts val="0"/>
              </a:spcBef>
              <a:buNone/>
              <a:defRPr sz="500">
                <a:solidFill>
                  <a:schemeClr val="dk1"/>
                </a:solidFill>
                <a:latin typeface="Arial"/>
                <a:ea typeface="Arial"/>
                <a:cs typeface="Arial"/>
                <a:sym typeface="Arial"/>
              </a:defRPr>
            </a:lvl4pPr>
            <a:lvl5pPr indent="0" lvl="4" marL="0" marR="0" rtl="0" algn="l">
              <a:spcBef>
                <a:spcPts val="0"/>
              </a:spcBef>
              <a:buNone/>
              <a:defRPr sz="500">
                <a:solidFill>
                  <a:schemeClr val="dk1"/>
                </a:solidFill>
                <a:latin typeface="Arial"/>
                <a:ea typeface="Arial"/>
                <a:cs typeface="Arial"/>
                <a:sym typeface="Arial"/>
              </a:defRPr>
            </a:lvl5pPr>
            <a:lvl6pPr indent="0" lvl="5" marL="0" marR="0" rtl="0" algn="l">
              <a:spcBef>
                <a:spcPts val="0"/>
              </a:spcBef>
              <a:buNone/>
              <a:defRPr sz="500">
                <a:solidFill>
                  <a:schemeClr val="dk1"/>
                </a:solidFill>
                <a:latin typeface="Arial"/>
                <a:ea typeface="Arial"/>
                <a:cs typeface="Arial"/>
                <a:sym typeface="Arial"/>
              </a:defRPr>
            </a:lvl6pPr>
            <a:lvl7pPr indent="0" lvl="6" marL="0" marR="0" rtl="0" algn="l">
              <a:spcBef>
                <a:spcPts val="0"/>
              </a:spcBef>
              <a:buNone/>
              <a:defRPr sz="500">
                <a:solidFill>
                  <a:schemeClr val="dk1"/>
                </a:solidFill>
                <a:latin typeface="Arial"/>
                <a:ea typeface="Arial"/>
                <a:cs typeface="Arial"/>
                <a:sym typeface="Arial"/>
              </a:defRPr>
            </a:lvl7pPr>
            <a:lvl8pPr indent="0" lvl="7" marL="0" marR="0" rtl="0" algn="l">
              <a:spcBef>
                <a:spcPts val="0"/>
              </a:spcBef>
              <a:buNone/>
              <a:defRPr sz="500">
                <a:solidFill>
                  <a:schemeClr val="dk1"/>
                </a:solidFill>
                <a:latin typeface="Arial"/>
                <a:ea typeface="Arial"/>
                <a:cs typeface="Arial"/>
                <a:sym typeface="Arial"/>
              </a:defRPr>
            </a:lvl8pPr>
            <a:lvl9pPr indent="0" lvl="8" marL="0" marR="0" rtl="0" algn="l">
              <a:spcBef>
                <a:spcPts val="0"/>
              </a:spcBef>
              <a:buNone/>
              <a:defRPr sz="5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C17"/>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gif"/><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23" name="Shape 123"/>
        <p:cNvGrpSpPr/>
        <p:nvPr/>
      </p:nvGrpSpPr>
      <p:grpSpPr>
        <a:xfrm>
          <a:off x="0" y="0"/>
          <a:ext cx="0" cy="0"/>
          <a:chOff x="0" y="0"/>
          <a:chExt cx="0" cy="0"/>
        </a:xfrm>
      </p:grpSpPr>
      <p:sp>
        <p:nvSpPr>
          <p:cNvPr id="124" name="Google Shape;124;p25"/>
          <p:cNvSpPr/>
          <p:nvPr/>
        </p:nvSpPr>
        <p:spPr>
          <a:xfrm>
            <a:off x="459755" y="244210"/>
            <a:ext cx="4720224" cy="687165"/>
          </a:xfrm>
          <a:prstGeom prst="roundRect">
            <a:avLst>
              <a:gd fmla="val 50000" name="adj"/>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25" name="Google Shape;125;p25"/>
          <p:cNvSpPr txBox="1"/>
          <p:nvPr/>
        </p:nvSpPr>
        <p:spPr>
          <a:xfrm>
            <a:off x="2876358" y="1873756"/>
            <a:ext cx="3108882"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Font Type : Poppins Bold</a:t>
            </a:r>
            <a:endParaRPr sz="1400">
              <a:solidFill>
                <a:srgbClr val="FFFFFF"/>
              </a:solidFill>
              <a:latin typeface="Poppins"/>
              <a:ea typeface="Poppins"/>
              <a:cs typeface="Poppins"/>
              <a:sym typeface="Poppins"/>
            </a:endParaRPr>
          </a:p>
        </p:txBody>
      </p:sp>
      <p:sp>
        <p:nvSpPr>
          <p:cNvPr id="126" name="Google Shape;126;p25"/>
          <p:cNvSpPr txBox="1"/>
          <p:nvPr/>
        </p:nvSpPr>
        <p:spPr>
          <a:xfrm>
            <a:off x="2876358" y="2338843"/>
            <a:ext cx="1724510"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Font Color : #FFFFFF</a:t>
            </a:r>
            <a:endParaRPr sz="1400">
              <a:solidFill>
                <a:srgbClr val="FFFFFF"/>
              </a:solidFill>
              <a:latin typeface="Poppins"/>
              <a:ea typeface="Poppins"/>
              <a:cs typeface="Poppins"/>
              <a:sym typeface="Poppins"/>
            </a:endParaRPr>
          </a:p>
        </p:txBody>
      </p:sp>
      <p:sp>
        <p:nvSpPr>
          <p:cNvPr id="127" name="Google Shape;127;p25"/>
          <p:cNvSpPr txBox="1"/>
          <p:nvPr/>
        </p:nvSpPr>
        <p:spPr>
          <a:xfrm>
            <a:off x="2876358" y="2803930"/>
            <a:ext cx="1142220"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Font Size : 96</a:t>
            </a:r>
            <a:endParaRPr sz="1400">
              <a:solidFill>
                <a:srgbClr val="FFFFFF"/>
              </a:solidFill>
              <a:latin typeface="Poppins"/>
              <a:ea typeface="Poppins"/>
              <a:cs typeface="Poppins"/>
              <a:sym typeface="Poppins"/>
            </a:endParaRPr>
          </a:p>
        </p:txBody>
      </p:sp>
      <p:sp>
        <p:nvSpPr>
          <p:cNvPr id="128" name="Google Shape;128;p25"/>
          <p:cNvSpPr txBox="1"/>
          <p:nvPr/>
        </p:nvSpPr>
        <p:spPr>
          <a:xfrm>
            <a:off x="330640" y="1668600"/>
            <a:ext cx="1382670"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For Normal Text</a:t>
            </a:r>
            <a:endParaRPr sz="1400">
              <a:solidFill>
                <a:srgbClr val="FFFFFF"/>
              </a:solidFill>
              <a:latin typeface="Poppins"/>
              <a:ea typeface="Poppins"/>
              <a:cs typeface="Poppins"/>
              <a:sym typeface="Poppins"/>
            </a:endParaRPr>
          </a:p>
        </p:txBody>
      </p:sp>
      <p:sp>
        <p:nvSpPr>
          <p:cNvPr id="129" name="Google Shape;129;p25"/>
          <p:cNvSpPr/>
          <p:nvPr/>
        </p:nvSpPr>
        <p:spPr>
          <a:xfrm>
            <a:off x="3059212" y="1233845"/>
            <a:ext cx="171450" cy="405657"/>
          </a:xfrm>
          <a:prstGeom prst="upArrow">
            <a:avLst>
              <a:gd fmla="val 50000" name="adj1"/>
              <a:gd fmla="val 50000" name="adj2"/>
            </a:avLst>
          </a:prstGeom>
          <a:solidFill>
            <a:srgbClr val="FFECEB"/>
          </a:solidFill>
          <a:ln>
            <a:noFill/>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500">
              <a:solidFill>
                <a:srgbClr val="FFFFFF"/>
              </a:solidFill>
              <a:latin typeface="Calibri"/>
              <a:ea typeface="Calibri"/>
              <a:cs typeface="Calibri"/>
              <a:sym typeface="Calibri"/>
            </a:endParaRPr>
          </a:p>
        </p:txBody>
      </p:sp>
      <p:sp>
        <p:nvSpPr>
          <p:cNvPr id="130" name="Google Shape;130;p25"/>
          <p:cNvSpPr txBox="1"/>
          <p:nvPr/>
        </p:nvSpPr>
        <p:spPr>
          <a:xfrm>
            <a:off x="330640" y="2607028"/>
            <a:ext cx="2135478"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Font Type : Poppins</a:t>
            </a:r>
            <a:endParaRPr sz="1400">
              <a:solidFill>
                <a:srgbClr val="FFFFFF"/>
              </a:solidFill>
              <a:latin typeface="Poppins"/>
              <a:ea typeface="Poppins"/>
              <a:cs typeface="Poppins"/>
              <a:sym typeface="Poppins"/>
            </a:endParaRPr>
          </a:p>
        </p:txBody>
      </p:sp>
      <p:sp>
        <p:nvSpPr>
          <p:cNvPr id="131" name="Google Shape;131;p25"/>
          <p:cNvSpPr txBox="1"/>
          <p:nvPr/>
        </p:nvSpPr>
        <p:spPr>
          <a:xfrm>
            <a:off x="330640" y="2988830"/>
            <a:ext cx="2135478"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Font Color : #FFFFFF</a:t>
            </a:r>
            <a:endParaRPr sz="1400">
              <a:solidFill>
                <a:srgbClr val="FFFFFF"/>
              </a:solidFill>
              <a:latin typeface="Poppins"/>
              <a:ea typeface="Poppins"/>
              <a:cs typeface="Poppins"/>
              <a:sym typeface="Poppins"/>
            </a:endParaRPr>
          </a:p>
        </p:txBody>
      </p:sp>
      <p:sp>
        <p:nvSpPr>
          <p:cNvPr id="132" name="Google Shape;132;p25"/>
          <p:cNvSpPr/>
          <p:nvPr/>
        </p:nvSpPr>
        <p:spPr>
          <a:xfrm>
            <a:off x="534686" y="2050402"/>
            <a:ext cx="171450" cy="405657"/>
          </a:xfrm>
          <a:prstGeom prst="upArrow">
            <a:avLst>
              <a:gd fmla="val 50000" name="adj1"/>
              <a:gd fmla="val 50000" name="adj2"/>
            </a:avLst>
          </a:prstGeom>
          <a:solidFill>
            <a:srgbClr val="FFECEB"/>
          </a:solidFill>
          <a:ln>
            <a:noFill/>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rgbClr val="FFFFFF"/>
              </a:solidFill>
              <a:latin typeface="Calibri"/>
              <a:ea typeface="Calibri"/>
              <a:cs typeface="Calibri"/>
              <a:sym typeface="Calibri"/>
            </a:endParaRPr>
          </a:p>
        </p:txBody>
      </p:sp>
      <p:sp>
        <p:nvSpPr>
          <p:cNvPr id="133" name="Google Shape;133;p25"/>
          <p:cNvSpPr txBox="1"/>
          <p:nvPr/>
        </p:nvSpPr>
        <p:spPr>
          <a:xfrm>
            <a:off x="5913340" y="949965"/>
            <a:ext cx="2590580" cy="854080"/>
          </a:xfrm>
          <a:prstGeom prst="rect">
            <a:avLst/>
          </a:prstGeom>
          <a:noFill/>
          <a:ln>
            <a:noFill/>
          </a:ln>
        </p:spPr>
        <p:txBody>
          <a:bodyPr anchorCtr="0" anchor="t" bIns="11425" lIns="22850" spcFirstLastPara="1" rIns="22850" wrap="square" tIns="11425">
            <a:spAutoFit/>
          </a:bodyPr>
          <a:lstStyle/>
          <a:p>
            <a:pPr indent="-254000" lvl="0" marL="254000" marR="0" rtl="0" algn="l">
              <a:spcBef>
                <a:spcPts val="0"/>
              </a:spcBef>
              <a:spcAft>
                <a:spcPts val="0"/>
              </a:spcAft>
              <a:buClr>
                <a:srgbClr val="FFCC31"/>
              </a:buClr>
              <a:buSzPts val="1400"/>
              <a:buFont typeface="Arial"/>
              <a:buChar char="•"/>
            </a:pPr>
            <a:r>
              <a:rPr lang="en-GB" sz="1400">
                <a:solidFill>
                  <a:srgbClr val="FFCC31"/>
                </a:solidFill>
                <a:latin typeface="Cambria Math"/>
                <a:ea typeface="Cambria Math"/>
                <a:cs typeface="Cambria Math"/>
                <a:sym typeface="Cambria Math"/>
              </a:rPr>
              <a:t>Those who don’t know, Press    ( Alt ) + ( = ) button to type in Cambria Math for equations like - </a:t>
            </a:r>
            <a:endParaRPr sz="1400">
              <a:solidFill>
                <a:srgbClr val="FFCC31"/>
              </a:solidFill>
              <a:latin typeface="Cambria Math"/>
              <a:ea typeface="Cambria Math"/>
              <a:cs typeface="Cambria Math"/>
              <a:sym typeface="Cambria Math"/>
            </a:endParaRPr>
          </a:p>
        </p:txBody>
      </p:sp>
      <p:sp>
        <p:nvSpPr>
          <p:cNvPr id="134" name="Google Shape;134;p25"/>
          <p:cNvSpPr txBox="1"/>
          <p:nvPr/>
        </p:nvSpPr>
        <p:spPr>
          <a:xfrm>
            <a:off x="6795530" y="1904082"/>
            <a:ext cx="1314449" cy="230833"/>
          </a:xfrm>
          <a:prstGeom prst="rect">
            <a:avLst/>
          </a:prstGeom>
          <a:blipFill rotWithShape="1">
            <a:blip r:embed="rId3">
              <a:alphaModFix/>
            </a:blip>
            <a:stretch>
              <a:fillRect b="-22972" l="0" r="0" t="0"/>
            </a:stretch>
          </a:blipFill>
          <a:ln>
            <a:noFill/>
          </a:ln>
        </p:spPr>
        <p:txBody>
          <a:bodyPr anchorCtr="0" anchor="t" bIns="11425" lIns="22850" spcFirstLastPara="1" rIns="22850" wrap="square" tIns="11425">
            <a:noAutofit/>
          </a:bodyPr>
          <a:lstStyle/>
          <a:p>
            <a:pPr indent="0" lvl="0" marL="0" marR="0" rtl="0" algn="l">
              <a:spcBef>
                <a:spcPts val="0"/>
              </a:spcBef>
              <a:spcAft>
                <a:spcPts val="0"/>
              </a:spcAft>
              <a:buNone/>
            </a:pPr>
            <a:r>
              <a:rPr lang="en-GB" sz="500">
                <a:latin typeface="Arial"/>
                <a:ea typeface="Arial"/>
                <a:cs typeface="Arial"/>
                <a:sym typeface="Arial"/>
              </a:rPr>
              <a:t> </a:t>
            </a:r>
            <a:endParaRPr sz="400"/>
          </a:p>
        </p:txBody>
      </p:sp>
      <p:sp>
        <p:nvSpPr>
          <p:cNvPr id="135" name="Google Shape;135;p25"/>
          <p:cNvSpPr txBox="1"/>
          <p:nvPr/>
        </p:nvSpPr>
        <p:spPr>
          <a:xfrm>
            <a:off x="6157406" y="2740645"/>
            <a:ext cx="1830148"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CC31"/>
                </a:solidFill>
                <a:latin typeface="Cambria Math"/>
                <a:ea typeface="Cambria Math"/>
                <a:cs typeface="Cambria Math"/>
                <a:sym typeface="Cambria Math"/>
              </a:rPr>
              <a:t>Font Color :#FFCC31</a:t>
            </a:r>
            <a:endParaRPr sz="400"/>
          </a:p>
        </p:txBody>
      </p:sp>
      <p:sp>
        <p:nvSpPr>
          <p:cNvPr id="136" name="Google Shape;136;p25"/>
          <p:cNvSpPr txBox="1"/>
          <p:nvPr/>
        </p:nvSpPr>
        <p:spPr>
          <a:xfrm>
            <a:off x="6157406" y="3071514"/>
            <a:ext cx="1027653" cy="230832"/>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CC31"/>
                </a:solidFill>
                <a:latin typeface="Cambria Math"/>
                <a:ea typeface="Cambria Math"/>
                <a:cs typeface="Cambria Math"/>
                <a:sym typeface="Cambria Math"/>
              </a:rPr>
              <a:t>Font Size : 18</a:t>
            </a:r>
            <a:endParaRPr sz="1400">
              <a:solidFill>
                <a:srgbClr val="FFCC31"/>
              </a:solidFill>
              <a:latin typeface="Cambria Math"/>
              <a:ea typeface="Cambria Math"/>
              <a:cs typeface="Cambria Math"/>
              <a:sym typeface="Cambria Math"/>
            </a:endParaRPr>
          </a:p>
        </p:txBody>
      </p:sp>
      <p:sp>
        <p:nvSpPr>
          <p:cNvPr id="137" name="Google Shape;137;p25"/>
          <p:cNvSpPr txBox="1"/>
          <p:nvPr/>
        </p:nvSpPr>
        <p:spPr>
          <a:xfrm>
            <a:off x="6157406" y="3402383"/>
            <a:ext cx="1270396" cy="230832"/>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CC31"/>
                </a:solidFill>
                <a:latin typeface="Cambria Math"/>
                <a:ea typeface="Cambria Math"/>
                <a:cs typeface="Cambria Math"/>
                <a:sym typeface="Cambria Math"/>
              </a:rPr>
              <a:t>Font Style : Italic</a:t>
            </a:r>
            <a:endParaRPr sz="1400">
              <a:solidFill>
                <a:srgbClr val="FFCC31"/>
              </a:solidFill>
              <a:latin typeface="Cambria Math"/>
              <a:ea typeface="Cambria Math"/>
              <a:cs typeface="Cambria Math"/>
              <a:sym typeface="Cambria Math"/>
            </a:endParaRPr>
          </a:p>
        </p:txBody>
      </p:sp>
      <p:sp>
        <p:nvSpPr>
          <p:cNvPr id="138" name="Google Shape;138;p25"/>
          <p:cNvSpPr/>
          <p:nvPr/>
        </p:nvSpPr>
        <p:spPr>
          <a:xfrm>
            <a:off x="7367029" y="2234951"/>
            <a:ext cx="171450" cy="405657"/>
          </a:xfrm>
          <a:prstGeom prst="upArrow">
            <a:avLst>
              <a:gd fmla="val 50000" name="adj1"/>
              <a:gd fmla="val 50000" name="adj2"/>
            </a:avLst>
          </a:prstGeom>
          <a:solidFill>
            <a:srgbClr val="FFECEB"/>
          </a:solidFill>
          <a:ln>
            <a:noFill/>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rgbClr val="FFCC31"/>
              </a:solidFill>
              <a:latin typeface="Cambria Math"/>
              <a:ea typeface="Cambria Math"/>
              <a:cs typeface="Cambria Math"/>
              <a:sym typeface="Cambria Math"/>
            </a:endParaRPr>
          </a:p>
        </p:txBody>
      </p:sp>
      <p:sp>
        <p:nvSpPr>
          <p:cNvPr id="139" name="Google Shape;139;p25"/>
          <p:cNvSpPr txBox="1"/>
          <p:nvPr/>
        </p:nvSpPr>
        <p:spPr>
          <a:xfrm>
            <a:off x="330640" y="3370631"/>
            <a:ext cx="1642033" cy="230832"/>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Font Size : 54</a:t>
            </a:r>
            <a:endParaRPr sz="1400">
              <a:solidFill>
                <a:srgbClr val="FFFFFF"/>
              </a:solidFill>
              <a:latin typeface="Poppins"/>
              <a:ea typeface="Poppins"/>
              <a:cs typeface="Poppins"/>
              <a:sym typeface="Poppins"/>
            </a:endParaRPr>
          </a:p>
        </p:txBody>
      </p:sp>
      <p:sp>
        <p:nvSpPr>
          <p:cNvPr id="140" name="Google Shape;140;p25"/>
          <p:cNvSpPr/>
          <p:nvPr/>
        </p:nvSpPr>
        <p:spPr>
          <a:xfrm>
            <a:off x="0" y="3919218"/>
            <a:ext cx="9144000" cy="1224282"/>
          </a:xfrm>
          <a:prstGeom prst="rect">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41" name="Google Shape;141;p25"/>
          <p:cNvSpPr txBox="1"/>
          <p:nvPr/>
        </p:nvSpPr>
        <p:spPr>
          <a:xfrm>
            <a:off x="114300" y="4081235"/>
            <a:ext cx="8915400" cy="854080"/>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b="1" lang="en-GB" sz="1400">
                <a:solidFill>
                  <a:srgbClr val="FFCC31"/>
                </a:solidFill>
                <a:latin typeface="Poppins"/>
                <a:ea typeface="Poppins"/>
                <a:cs typeface="Poppins"/>
                <a:sym typeface="Poppins"/>
              </a:rPr>
              <a:t>PS -</a:t>
            </a:r>
            <a:r>
              <a:rPr lang="en-GB" sz="1400">
                <a:solidFill>
                  <a:srgbClr val="FFCC31"/>
                </a:solidFill>
                <a:latin typeface="Poppins"/>
                <a:ea typeface="Poppins"/>
                <a:cs typeface="Poppins"/>
                <a:sym typeface="Poppins"/>
              </a:rPr>
              <a:t> </a:t>
            </a:r>
            <a:r>
              <a:rPr lang="en-GB" sz="1400">
                <a:solidFill>
                  <a:schemeClr val="lt1"/>
                </a:solidFill>
                <a:latin typeface="Poppins"/>
                <a:ea typeface="Poppins"/>
                <a:cs typeface="Poppins"/>
                <a:sym typeface="Poppins"/>
              </a:rPr>
              <a:t>This ppt is given for design purpose only and for your reference that where to type what or how to go with your final ppt content. So please follow the written instructions given in each placeholder and remove the given ’type here’ text to type your related content on the same place. </a:t>
            </a:r>
            <a:r>
              <a:rPr b="1" lang="en-GB" sz="1400">
                <a:solidFill>
                  <a:srgbClr val="FFCC31"/>
                </a:solidFill>
                <a:latin typeface="Poppins"/>
                <a:ea typeface="Poppins"/>
                <a:cs typeface="Poppins"/>
                <a:sym typeface="Poppins"/>
              </a:rPr>
              <a:t>Do use Microsoft PowerPoint slideshow</a:t>
            </a:r>
            <a:r>
              <a:rPr b="1" lang="en-GB" sz="1400">
                <a:solidFill>
                  <a:srgbClr val="FFF600"/>
                </a:solidFill>
                <a:latin typeface="Poppins"/>
                <a:ea typeface="Poppins"/>
                <a:cs typeface="Poppins"/>
                <a:sym typeface="Poppins"/>
              </a:rPr>
              <a:t> </a:t>
            </a:r>
            <a:r>
              <a:rPr lang="en-GB" sz="1400">
                <a:solidFill>
                  <a:schemeClr val="lt1"/>
                </a:solidFill>
                <a:latin typeface="Poppins"/>
                <a:ea typeface="Poppins"/>
                <a:cs typeface="Poppins"/>
                <a:sym typeface="Poppins"/>
              </a:rPr>
              <a:t>for its best view &amp; If you have any issues, please connect with our ppt team.</a:t>
            </a:r>
            <a:endParaRPr sz="400"/>
          </a:p>
        </p:txBody>
      </p:sp>
      <p:grpSp>
        <p:nvGrpSpPr>
          <p:cNvPr id="142" name="Google Shape;142;p25"/>
          <p:cNvGrpSpPr/>
          <p:nvPr/>
        </p:nvGrpSpPr>
        <p:grpSpPr>
          <a:xfrm>
            <a:off x="160192" y="128016"/>
            <a:ext cx="919553" cy="919553"/>
            <a:chOff x="213589" y="170688"/>
            <a:chExt cx="1226070" cy="1226070"/>
          </a:xfrm>
        </p:grpSpPr>
        <p:sp>
          <p:nvSpPr>
            <p:cNvPr id="143" name="Google Shape;143;p25"/>
            <p:cNvSpPr/>
            <p:nvPr/>
          </p:nvSpPr>
          <p:spPr>
            <a:xfrm>
              <a:off x="213589" y="170688"/>
              <a:ext cx="1226070" cy="1226070"/>
            </a:xfrm>
            <a:prstGeom prst="ellipse">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pic>
          <p:nvPicPr>
            <p:cNvPr id="144" name="Google Shape;144;p25"/>
            <p:cNvPicPr preferRelativeResize="0"/>
            <p:nvPr/>
          </p:nvPicPr>
          <p:blipFill rotWithShape="1">
            <a:blip r:embed="rId4">
              <a:alphaModFix/>
            </a:blip>
            <a:srcRect b="0" l="0" r="0" t="0"/>
            <a:stretch/>
          </p:blipFill>
          <p:spPr>
            <a:xfrm>
              <a:off x="329830" y="286929"/>
              <a:ext cx="993588" cy="993588"/>
            </a:xfrm>
            <a:prstGeom prst="ellipse">
              <a:avLst/>
            </a:prstGeom>
            <a:noFill/>
            <a:ln>
              <a:noFill/>
            </a:ln>
          </p:spPr>
        </p:pic>
      </p:grpSp>
      <p:sp>
        <p:nvSpPr>
          <p:cNvPr id="145" name="Google Shape;145;p25"/>
          <p:cNvSpPr txBox="1"/>
          <p:nvPr/>
        </p:nvSpPr>
        <p:spPr>
          <a:xfrm>
            <a:off x="1243295" y="391585"/>
            <a:ext cx="3145825" cy="392415"/>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b="1" lang="en-GB" sz="2400">
                <a:solidFill>
                  <a:schemeClr val="lt1"/>
                </a:solidFill>
                <a:latin typeface="Poppins ExtraBold"/>
                <a:ea typeface="Poppins ExtraBold"/>
                <a:cs typeface="Poppins ExtraBold"/>
                <a:sym typeface="Poppins ExtraBold"/>
              </a:rPr>
              <a:t>Type Heading Here</a:t>
            </a:r>
            <a:endParaRPr sz="400"/>
          </a:p>
        </p:txBody>
      </p:sp>
      <p:sp>
        <p:nvSpPr>
          <p:cNvPr id="146" name="Google Shape;146;p25"/>
          <p:cNvSpPr/>
          <p:nvPr/>
        </p:nvSpPr>
        <p:spPr>
          <a:xfrm rot="10800000">
            <a:off x="8397239" y="-30111"/>
            <a:ext cx="586568" cy="814110"/>
          </a:xfrm>
          <a:prstGeom prst="round2SameRect">
            <a:avLst>
              <a:gd fmla="val 50000" name="adj1"/>
              <a:gd fmla="val 0" name="adj2"/>
            </a:avLst>
          </a:prstGeom>
          <a:solidFill>
            <a:schemeClr val="dk1"/>
          </a:solidFill>
          <a:ln cap="flat" cmpd="sng" w="19050">
            <a:solidFill>
              <a:srgbClr val="7F7F7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500">
              <a:solidFill>
                <a:schemeClr val="lt1"/>
              </a:solidFill>
              <a:latin typeface="Arial"/>
              <a:ea typeface="Arial"/>
              <a:cs typeface="Arial"/>
              <a:sym typeface="Arial"/>
            </a:endParaRPr>
          </a:p>
        </p:txBody>
      </p:sp>
      <p:pic>
        <p:nvPicPr>
          <p:cNvPr descr="A white circle with a black letter in it&#10;&#10;AI-generated content may be incorrect." id="147" name="Google Shape;147;p25"/>
          <p:cNvPicPr preferRelativeResize="0"/>
          <p:nvPr/>
        </p:nvPicPr>
        <p:blipFill rotWithShape="1">
          <a:blip r:embed="rId3">
            <a:alphaModFix/>
          </a:blip>
          <a:srcRect b="0" l="0" r="0" t="0"/>
          <a:stretch/>
        </p:blipFill>
        <p:spPr>
          <a:xfrm>
            <a:off x="8455677" y="218043"/>
            <a:ext cx="469694" cy="46969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51" name="Shape 151"/>
        <p:cNvGrpSpPr/>
        <p:nvPr/>
      </p:nvGrpSpPr>
      <p:grpSpPr>
        <a:xfrm>
          <a:off x="0" y="0"/>
          <a:ext cx="0" cy="0"/>
          <a:chOff x="0" y="0"/>
          <a:chExt cx="0" cy="0"/>
        </a:xfrm>
      </p:grpSpPr>
      <p:sp>
        <p:nvSpPr>
          <p:cNvPr id="152" name="Google Shape;152;p26"/>
          <p:cNvSpPr/>
          <p:nvPr/>
        </p:nvSpPr>
        <p:spPr>
          <a:xfrm>
            <a:off x="459755" y="244210"/>
            <a:ext cx="4720224" cy="687165"/>
          </a:xfrm>
          <a:prstGeom prst="roundRect">
            <a:avLst>
              <a:gd fmla="val 50000" name="adj"/>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grpSp>
        <p:nvGrpSpPr>
          <p:cNvPr id="153" name="Google Shape;153;p26"/>
          <p:cNvGrpSpPr/>
          <p:nvPr/>
        </p:nvGrpSpPr>
        <p:grpSpPr>
          <a:xfrm>
            <a:off x="160192" y="128016"/>
            <a:ext cx="919553" cy="919553"/>
            <a:chOff x="213589" y="170688"/>
            <a:chExt cx="1226070" cy="1226070"/>
          </a:xfrm>
        </p:grpSpPr>
        <p:sp>
          <p:nvSpPr>
            <p:cNvPr id="154" name="Google Shape;154;p26"/>
            <p:cNvSpPr/>
            <p:nvPr/>
          </p:nvSpPr>
          <p:spPr>
            <a:xfrm>
              <a:off x="213589" y="170688"/>
              <a:ext cx="1226070" cy="1226070"/>
            </a:xfrm>
            <a:prstGeom prst="ellipse">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pic>
          <p:nvPicPr>
            <p:cNvPr id="155" name="Google Shape;155;p26"/>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156" name="Google Shape;156;p26"/>
          <p:cNvSpPr txBox="1"/>
          <p:nvPr/>
        </p:nvSpPr>
        <p:spPr>
          <a:xfrm>
            <a:off x="1243295" y="391585"/>
            <a:ext cx="3145825" cy="392415"/>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b="1" lang="en-GB" sz="2400">
                <a:solidFill>
                  <a:schemeClr val="lt1"/>
                </a:solidFill>
                <a:latin typeface="Poppins ExtraBold"/>
                <a:ea typeface="Poppins ExtraBold"/>
                <a:cs typeface="Poppins ExtraBold"/>
                <a:sym typeface="Poppins ExtraBold"/>
              </a:rPr>
              <a:t>Type Heading Here</a:t>
            </a:r>
            <a:endParaRPr sz="400"/>
          </a:p>
        </p:txBody>
      </p:sp>
      <p:sp>
        <p:nvSpPr>
          <p:cNvPr id="157" name="Google Shape;157;p26"/>
          <p:cNvSpPr/>
          <p:nvPr/>
        </p:nvSpPr>
        <p:spPr>
          <a:xfrm rot="10800000">
            <a:off x="8397239" y="-30111"/>
            <a:ext cx="586568" cy="814110"/>
          </a:xfrm>
          <a:prstGeom prst="round2SameRect">
            <a:avLst>
              <a:gd fmla="val 50000" name="adj1"/>
              <a:gd fmla="val 0" name="adj2"/>
            </a:avLst>
          </a:prstGeom>
          <a:solidFill>
            <a:schemeClr val="dk1"/>
          </a:solidFill>
          <a:ln cap="flat" cmpd="sng" w="19050">
            <a:solidFill>
              <a:srgbClr val="7F7F7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500">
              <a:solidFill>
                <a:schemeClr val="lt1"/>
              </a:solidFill>
              <a:latin typeface="Arial"/>
              <a:ea typeface="Arial"/>
              <a:cs typeface="Arial"/>
              <a:sym typeface="Arial"/>
            </a:endParaRPr>
          </a:p>
        </p:txBody>
      </p:sp>
      <p:pic>
        <p:nvPicPr>
          <p:cNvPr descr="A white circle with a black letter in it&#10;&#10;AI-generated content may be incorrect." id="158" name="Google Shape;158;p26"/>
          <p:cNvPicPr preferRelativeResize="0"/>
          <p:nvPr/>
        </p:nvPicPr>
        <p:blipFill rotWithShape="1">
          <a:blip r:embed="rId4">
            <a:alphaModFix/>
          </a:blip>
          <a:srcRect b="0" l="0" r="0" t="0"/>
          <a:stretch/>
        </p:blipFill>
        <p:spPr>
          <a:xfrm>
            <a:off x="8455677" y="218043"/>
            <a:ext cx="469694" cy="46969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62" name="Shape 162"/>
        <p:cNvGrpSpPr/>
        <p:nvPr/>
      </p:nvGrpSpPr>
      <p:grpSpPr>
        <a:xfrm>
          <a:off x="0" y="0"/>
          <a:ext cx="0" cy="0"/>
          <a:chOff x="0" y="0"/>
          <a:chExt cx="0" cy="0"/>
        </a:xfrm>
      </p:grpSpPr>
      <p:sp>
        <p:nvSpPr>
          <p:cNvPr id="163" name="Google Shape;163;p27"/>
          <p:cNvSpPr txBox="1"/>
          <p:nvPr/>
        </p:nvSpPr>
        <p:spPr>
          <a:xfrm>
            <a:off x="251223" y="671273"/>
            <a:ext cx="8641556" cy="94641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500">
                <a:solidFill>
                  <a:srgbClr val="FFC000"/>
                </a:solidFill>
                <a:latin typeface="Poppins"/>
                <a:ea typeface="Poppins"/>
                <a:cs typeface="Poppins"/>
                <a:sym typeface="Poppins"/>
              </a:rPr>
              <a:t>Type question here</a:t>
            </a:r>
            <a:endParaRPr sz="400"/>
          </a:p>
          <a:p>
            <a:pPr indent="0" lvl="0" marL="0" marR="0" rtl="0" algn="l">
              <a:spcBef>
                <a:spcPts val="0"/>
              </a:spcBef>
              <a:spcAft>
                <a:spcPts val="0"/>
              </a:spcAft>
              <a:buNone/>
            </a:pPr>
            <a:r>
              <a:t/>
            </a:r>
            <a:endParaRPr sz="1500">
              <a:solidFill>
                <a:srgbClr val="FFC000"/>
              </a:solidFill>
              <a:latin typeface="Poppins"/>
              <a:ea typeface="Poppins"/>
              <a:cs typeface="Poppins"/>
              <a:sym typeface="Poppins"/>
            </a:endParaRPr>
          </a:p>
          <a:p>
            <a:pPr indent="0" lvl="0" marL="0" marR="0" rtl="0" algn="l">
              <a:spcBef>
                <a:spcPts val="0"/>
              </a:spcBef>
              <a:spcAft>
                <a:spcPts val="0"/>
              </a:spcAft>
              <a:buNone/>
            </a:pPr>
            <a:r>
              <a:t/>
            </a:r>
            <a:endParaRPr sz="1500">
              <a:solidFill>
                <a:srgbClr val="FFC000"/>
              </a:solidFill>
              <a:latin typeface="Poppins"/>
              <a:ea typeface="Poppins"/>
              <a:cs typeface="Poppins"/>
              <a:sym typeface="Poppins"/>
            </a:endParaRPr>
          </a:p>
          <a:p>
            <a:pPr indent="0" lvl="0" marL="0" marR="0" rtl="0" algn="l">
              <a:spcBef>
                <a:spcPts val="0"/>
              </a:spcBef>
              <a:spcAft>
                <a:spcPts val="0"/>
              </a:spcAft>
              <a:buNone/>
            </a:pPr>
            <a:r>
              <a:t/>
            </a:r>
            <a:endParaRPr sz="1500">
              <a:solidFill>
                <a:srgbClr val="FFC000"/>
              </a:solidFill>
              <a:latin typeface="Poppins"/>
              <a:ea typeface="Poppins"/>
              <a:cs typeface="Poppins"/>
              <a:sym typeface="Poppins"/>
            </a:endParaRPr>
          </a:p>
        </p:txBody>
      </p:sp>
      <p:sp>
        <p:nvSpPr>
          <p:cNvPr id="164" name="Google Shape;164;p27"/>
          <p:cNvSpPr txBox="1"/>
          <p:nvPr/>
        </p:nvSpPr>
        <p:spPr>
          <a:xfrm>
            <a:off x="803419" y="2066580"/>
            <a:ext cx="3616187"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Type option here</a:t>
            </a:r>
            <a:endParaRPr sz="400"/>
          </a:p>
        </p:txBody>
      </p:sp>
      <p:sp>
        <p:nvSpPr>
          <p:cNvPr id="165" name="Google Shape;165;p27"/>
          <p:cNvSpPr/>
          <p:nvPr/>
        </p:nvSpPr>
        <p:spPr>
          <a:xfrm>
            <a:off x="251223" y="2005413"/>
            <a:ext cx="399335" cy="399335"/>
          </a:xfrm>
          <a:prstGeom prst="ellipse">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66" name="Google Shape;166;p27"/>
          <p:cNvSpPr txBox="1"/>
          <p:nvPr/>
        </p:nvSpPr>
        <p:spPr>
          <a:xfrm>
            <a:off x="267550" y="2055039"/>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A</a:t>
            </a:r>
            <a:endParaRPr b="1" sz="1800">
              <a:solidFill>
                <a:schemeClr val="lt1"/>
              </a:solidFill>
              <a:latin typeface="Poppins"/>
              <a:ea typeface="Poppins"/>
              <a:cs typeface="Poppins"/>
              <a:sym typeface="Poppins"/>
            </a:endParaRPr>
          </a:p>
        </p:txBody>
      </p:sp>
      <p:sp>
        <p:nvSpPr>
          <p:cNvPr id="167" name="Google Shape;167;p27"/>
          <p:cNvSpPr txBox="1"/>
          <p:nvPr/>
        </p:nvSpPr>
        <p:spPr>
          <a:xfrm>
            <a:off x="803419" y="2692858"/>
            <a:ext cx="3616187"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Type option here</a:t>
            </a:r>
            <a:endParaRPr sz="400"/>
          </a:p>
        </p:txBody>
      </p:sp>
      <p:sp>
        <p:nvSpPr>
          <p:cNvPr id="168" name="Google Shape;168;p27"/>
          <p:cNvSpPr/>
          <p:nvPr/>
        </p:nvSpPr>
        <p:spPr>
          <a:xfrm>
            <a:off x="251223" y="2631691"/>
            <a:ext cx="399335" cy="399335"/>
          </a:xfrm>
          <a:prstGeom prst="ellipse">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69" name="Google Shape;169;p27"/>
          <p:cNvSpPr txBox="1"/>
          <p:nvPr/>
        </p:nvSpPr>
        <p:spPr>
          <a:xfrm>
            <a:off x="267550" y="2681317"/>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B</a:t>
            </a:r>
            <a:endParaRPr b="1" sz="1800">
              <a:solidFill>
                <a:schemeClr val="lt1"/>
              </a:solidFill>
              <a:latin typeface="Poppins"/>
              <a:ea typeface="Poppins"/>
              <a:cs typeface="Poppins"/>
              <a:sym typeface="Poppins"/>
            </a:endParaRPr>
          </a:p>
        </p:txBody>
      </p:sp>
      <p:sp>
        <p:nvSpPr>
          <p:cNvPr id="170" name="Google Shape;170;p27"/>
          <p:cNvSpPr txBox="1"/>
          <p:nvPr/>
        </p:nvSpPr>
        <p:spPr>
          <a:xfrm>
            <a:off x="803419" y="3319136"/>
            <a:ext cx="3616187" cy="230832"/>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Type option here</a:t>
            </a:r>
            <a:endParaRPr sz="400"/>
          </a:p>
        </p:txBody>
      </p:sp>
      <p:sp>
        <p:nvSpPr>
          <p:cNvPr id="171" name="Google Shape;171;p27"/>
          <p:cNvSpPr/>
          <p:nvPr/>
        </p:nvSpPr>
        <p:spPr>
          <a:xfrm>
            <a:off x="251223" y="3257968"/>
            <a:ext cx="399335" cy="399335"/>
          </a:xfrm>
          <a:prstGeom prst="ellipse">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72" name="Google Shape;172;p27"/>
          <p:cNvSpPr txBox="1"/>
          <p:nvPr/>
        </p:nvSpPr>
        <p:spPr>
          <a:xfrm>
            <a:off x="267549" y="3307595"/>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C</a:t>
            </a:r>
            <a:endParaRPr b="1" sz="1800">
              <a:solidFill>
                <a:schemeClr val="lt1"/>
              </a:solidFill>
              <a:latin typeface="Poppins"/>
              <a:ea typeface="Poppins"/>
              <a:cs typeface="Poppins"/>
              <a:sym typeface="Poppins"/>
            </a:endParaRPr>
          </a:p>
        </p:txBody>
      </p:sp>
      <p:sp>
        <p:nvSpPr>
          <p:cNvPr id="173" name="Google Shape;173;p27"/>
          <p:cNvSpPr txBox="1"/>
          <p:nvPr/>
        </p:nvSpPr>
        <p:spPr>
          <a:xfrm>
            <a:off x="803419" y="3945413"/>
            <a:ext cx="3616187" cy="230832"/>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Type option here</a:t>
            </a:r>
            <a:endParaRPr sz="400"/>
          </a:p>
        </p:txBody>
      </p:sp>
      <p:sp>
        <p:nvSpPr>
          <p:cNvPr id="174" name="Google Shape;174;p27"/>
          <p:cNvSpPr/>
          <p:nvPr/>
        </p:nvSpPr>
        <p:spPr>
          <a:xfrm>
            <a:off x="251223" y="3884246"/>
            <a:ext cx="399335" cy="399335"/>
          </a:xfrm>
          <a:prstGeom prst="ellipse">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75" name="Google Shape;175;p27"/>
          <p:cNvSpPr txBox="1"/>
          <p:nvPr/>
        </p:nvSpPr>
        <p:spPr>
          <a:xfrm>
            <a:off x="267550" y="3933872"/>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D</a:t>
            </a:r>
            <a:endParaRPr sz="400"/>
          </a:p>
        </p:txBody>
      </p:sp>
      <p:sp>
        <p:nvSpPr>
          <p:cNvPr id="176" name="Google Shape;176;p27"/>
          <p:cNvSpPr/>
          <p:nvPr/>
        </p:nvSpPr>
        <p:spPr>
          <a:xfrm>
            <a:off x="-474784" y="157567"/>
            <a:ext cx="1947238" cy="392415"/>
          </a:xfrm>
          <a:prstGeom prst="roundRect">
            <a:avLst>
              <a:gd fmla="val 50000" name="adj"/>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77" name="Google Shape;177;p27"/>
          <p:cNvSpPr txBox="1"/>
          <p:nvPr/>
        </p:nvSpPr>
        <p:spPr>
          <a:xfrm>
            <a:off x="251223" y="226816"/>
            <a:ext cx="1140548" cy="253916"/>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b="1" lang="en-GB" sz="1500">
                <a:solidFill>
                  <a:schemeClr val="lt1"/>
                </a:solidFill>
                <a:latin typeface="Poppins"/>
                <a:ea typeface="Poppins"/>
                <a:cs typeface="Poppins"/>
                <a:sym typeface="Poppins"/>
              </a:rPr>
              <a:t>Question</a:t>
            </a:r>
            <a:endParaRPr sz="400"/>
          </a:p>
        </p:txBody>
      </p:sp>
      <p:sp>
        <p:nvSpPr>
          <p:cNvPr id="178" name="Google Shape;178;p27"/>
          <p:cNvSpPr/>
          <p:nvPr/>
        </p:nvSpPr>
        <p:spPr>
          <a:xfrm rot="10800000">
            <a:off x="8397239" y="-30111"/>
            <a:ext cx="586568" cy="814110"/>
          </a:xfrm>
          <a:prstGeom prst="round2SameRect">
            <a:avLst>
              <a:gd fmla="val 50000" name="adj1"/>
              <a:gd fmla="val 0" name="adj2"/>
            </a:avLst>
          </a:prstGeom>
          <a:solidFill>
            <a:schemeClr val="dk1"/>
          </a:solidFill>
          <a:ln cap="flat" cmpd="sng" w="19050">
            <a:solidFill>
              <a:srgbClr val="7F7F7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500">
              <a:solidFill>
                <a:schemeClr val="lt1"/>
              </a:solidFill>
              <a:latin typeface="Arial"/>
              <a:ea typeface="Arial"/>
              <a:cs typeface="Arial"/>
              <a:sym typeface="Arial"/>
            </a:endParaRPr>
          </a:p>
        </p:txBody>
      </p:sp>
      <p:pic>
        <p:nvPicPr>
          <p:cNvPr descr="A white circle with a black letter in it&#10;&#10;AI-generated content may be incorrect." id="179" name="Google Shape;179;p27"/>
          <p:cNvPicPr preferRelativeResize="0"/>
          <p:nvPr/>
        </p:nvPicPr>
        <p:blipFill rotWithShape="1">
          <a:blip r:embed="rId3">
            <a:alphaModFix/>
          </a:blip>
          <a:srcRect b="0" l="0" r="0" t="0"/>
          <a:stretch/>
        </p:blipFill>
        <p:spPr>
          <a:xfrm>
            <a:off x="8455677" y="218043"/>
            <a:ext cx="469694" cy="46969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83" name="Shape 183"/>
        <p:cNvGrpSpPr/>
        <p:nvPr/>
      </p:nvGrpSpPr>
      <p:grpSpPr>
        <a:xfrm>
          <a:off x="0" y="0"/>
          <a:ext cx="0" cy="0"/>
          <a:chOff x="0" y="0"/>
          <a:chExt cx="0" cy="0"/>
        </a:xfrm>
      </p:grpSpPr>
      <p:sp>
        <p:nvSpPr>
          <p:cNvPr id="184" name="Google Shape;184;p28"/>
          <p:cNvSpPr txBox="1"/>
          <p:nvPr/>
        </p:nvSpPr>
        <p:spPr>
          <a:xfrm>
            <a:off x="251223" y="671273"/>
            <a:ext cx="8641556" cy="94641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500">
                <a:solidFill>
                  <a:srgbClr val="FFC000"/>
                </a:solidFill>
                <a:latin typeface="Poppins"/>
                <a:ea typeface="Poppins"/>
                <a:cs typeface="Poppins"/>
                <a:sym typeface="Poppins"/>
              </a:rPr>
              <a:t>Type question here</a:t>
            </a:r>
            <a:endParaRPr sz="400"/>
          </a:p>
          <a:p>
            <a:pPr indent="0" lvl="0" marL="0" marR="0" rtl="0" algn="l">
              <a:spcBef>
                <a:spcPts val="0"/>
              </a:spcBef>
              <a:spcAft>
                <a:spcPts val="0"/>
              </a:spcAft>
              <a:buNone/>
            </a:pPr>
            <a:r>
              <a:t/>
            </a:r>
            <a:endParaRPr sz="1500">
              <a:solidFill>
                <a:srgbClr val="FFC000"/>
              </a:solidFill>
              <a:latin typeface="Poppins"/>
              <a:ea typeface="Poppins"/>
              <a:cs typeface="Poppins"/>
              <a:sym typeface="Poppins"/>
            </a:endParaRPr>
          </a:p>
          <a:p>
            <a:pPr indent="0" lvl="0" marL="0" marR="0" rtl="0" algn="l">
              <a:spcBef>
                <a:spcPts val="0"/>
              </a:spcBef>
              <a:spcAft>
                <a:spcPts val="0"/>
              </a:spcAft>
              <a:buNone/>
            </a:pPr>
            <a:r>
              <a:t/>
            </a:r>
            <a:endParaRPr sz="1500">
              <a:solidFill>
                <a:srgbClr val="FFC000"/>
              </a:solidFill>
              <a:latin typeface="Poppins"/>
              <a:ea typeface="Poppins"/>
              <a:cs typeface="Poppins"/>
              <a:sym typeface="Poppins"/>
            </a:endParaRPr>
          </a:p>
          <a:p>
            <a:pPr indent="0" lvl="0" marL="0" marR="0" rtl="0" algn="l">
              <a:spcBef>
                <a:spcPts val="0"/>
              </a:spcBef>
              <a:spcAft>
                <a:spcPts val="0"/>
              </a:spcAft>
              <a:buNone/>
            </a:pPr>
            <a:r>
              <a:t/>
            </a:r>
            <a:endParaRPr sz="1500">
              <a:solidFill>
                <a:srgbClr val="FFC000"/>
              </a:solidFill>
              <a:latin typeface="Poppins"/>
              <a:ea typeface="Poppins"/>
              <a:cs typeface="Poppins"/>
              <a:sym typeface="Poppins"/>
            </a:endParaRPr>
          </a:p>
        </p:txBody>
      </p:sp>
      <p:sp>
        <p:nvSpPr>
          <p:cNvPr id="185" name="Google Shape;185;p28"/>
          <p:cNvSpPr/>
          <p:nvPr/>
        </p:nvSpPr>
        <p:spPr>
          <a:xfrm>
            <a:off x="-474784" y="157567"/>
            <a:ext cx="1947238" cy="392415"/>
          </a:xfrm>
          <a:prstGeom prst="roundRect">
            <a:avLst>
              <a:gd fmla="val 50000" name="adj"/>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86" name="Google Shape;186;p28"/>
          <p:cNvSpPr txBox="1"/>
          <p:nvPr/>
        </p:nvSpPr>
        <p:spPr>
          <a:xfrm>
            <a:off x="251223" y="226816"/>
            <a:ext cx="1140548" cy="253916"/>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b="1" lang="en-GB" sz="1500">
                <a:solidFill>
                  <a:schemeClr val="lt1"/>
                </a:solidFill>
                <a:latin typeface="Poppins"/>
                <a:ea typeface="Poppins"/>
                <a:cs typeface="Poppins"/>
                <a:sym typeface="Poppins"/>
              </a:rPr>
              <a:t>Question</a:t>
            </a:r>
            <a:endParaRPr sz="400"/>
          </a:p>
        </p:txBody>
      </p:sp>
      <p:sp>
        <p:nvSpPr>
          <p:cNvPr id="187" name="Google Shape;187;p28"/>
          <p:cNvSpPr/>
          <p:nvPr/>
        </p:nvSpPr>
        <p:spPr>
          <a:xfrm rot="10800000">
            <a:off x="8397239" y="-30111"/>
            <a:ext cx="586568" cy="814110"/>
          </a:xfrm>
          <a:prstGeom prst="round2SameRect">
            <a:avLst>
              <a:gd fmla="val 50000" name="adj1"/>
              <a:gd fmla="val 0" name="adj2"/>
            </a:avLst>
          </a:prstGeom>
          <a:solidFill>
            <a:schemeClr val="dk1"/>
          </a:solidFill>
          <a:ln cap="flat" cmpd="sng" w="19050">
            <a:solidFill>
              <a:srgbClr val="7F7F7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500">
              <a:solidFill>
                <a:schemeClr val="lt1"/>
              </a:solidFill>
              <a:latin typeface="Arial"/>
              <a:ea typeface="Arial"/>
              <a:cs typeface="Arial"/>
              <a:sym typeface="Arial"/>
            </a:endParaRPr>
          </a:p>
        </p:txBody>
      </p:sp>
      <p:pic>
        <p:nvPicPr>
          <p:cNvPr descr="A white circle with a black letter in it&#10;&#10;AI-generated content may be incorrect." id="188" name="Google Shape;188;p28"/>
          <p:cNvPicPr preferRelativeResize="0"/>
          <p:nvPr/>
        </p:nvPicPr>
        <p:blipFill rotWithShape="1">
          <a:blip r:embed="rId3">
            <a:alphaModFix/>
          </a:blip>
          <a:srcRect b="0" l="0" r="0" t="0"/>
          <a:stretch/>
        </p:blipFill>
        <p:spPr>
          <a:xfrm>
            <a:off x="8455677" y="218043"/>
            <a:ext cx="469694" cy="469694"/>
          </a:xfrm>
          <a:prstGeom prst="rect">
            <a:avLst/>
          </a:prstGeom>
          <a:noFill/>
          <a:ln>
            <a:noFill/>
          </a:ln>
        </p:spPr>
      </p:pic>
      <p:sp>
        <p:nvSpPr>
          <p:cNvPr id="189" name="Google Shape;189;p28"/>
          <p:cNvSpPr txBox="1"/>
          <p:nvPr/>
        </p:nvSpPr>
        <p:spPr>
          <a:xfrm>
            <a:off x="803419" y="2066580"/>
            <a:ext cx="3616187"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Type option here</a:t>
            </a:r>
            <a:endParaRPr sz="400"/>
          </a:p>
        </p:txBody>
      </p:sp>
      <p:sp>
        <p:nvSpPr>
          <p:cNvPr id="190" name="Google Shape;190;p28"/>
          <p:cNvSpPr/>
          <p:nvPr/>
        </p:nvSpPr>
        <p:spPr>
          <a:xfrm>
            <a:off x="251223" y="2005413"/>
            <a:ext cx="399335" cy="399335"/>
          </a:xfrm>
          <a:prstGeom prst="ellipse">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91" name="Google Shape;191;p28"/>
          <p:cNvSpPr txBox="1"/>
          <p:nvPr/>
        </p:nvSpPr>
        <p:spPr>
          <a:xfrm>
            <a:off x="803419" y="2692858"/>
            <a:ext cx="3616187"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Type option here</a:t>
            </a:r>
            <a:endParaRPr sz="400"/>
          </a:p>
        </p:txBody>
      </p:sp>
      <p:sp>
        <p:nvSpPr>
          <p:cNvPr id="192" name="Google Shape;192;p28"/>
          <p:cNvSpPr/>
          <p:nvPr/>
        </p:nvSpPr>
        <p:spPr>
          <a:xfrm>
            <a:off x="251223" y="2631691"/>
            <a:ext cx="399335" cy="399335"/>
          </a:xfrm>
          <a:prstGeom prst="ellipse">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93" name="Google Shape;193;p28"/>
          <p:cNvSpPr txBox="1"/>
          <p:nvPr/>
        </p:nvSpPr>
        <p:spPr>
          <a:xfrm>
            <a:off x="5276593" y="2066580"/>
            <a:ext cx="3616187"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Type option here</a:t>
            </a:r>
            <a:endParaRPr sz="400"/>
          </a:p>
        </p:txBody>
      </p:sp>
      <p:sp>
        <p:nvSpPr>
          <p:cNvPr id="194" name="Google Shape;194;p28"/>
          <p:cNvSpPr/>
          <p:nvPr/>
        </p:nvSpPr>
        <p:spPr>
          <a:xfrm>
            <a:off x="4724397" y="2005413"/>
            <a:ext cx="399335" cy="399335"/>
          </a:xfrm>
          <a:prstGeom prst="ellipse">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95" name="Google Shape;195;p28"/>
          <p:cNvSpPr txBox="1"/>
          <p:nvPr/>
        </p:nvSpPr>
        <p:spPr>
          <a:xfrm>
            <a:off x="5276593" y="2692858"/>
            <a:ext cx="3616187" cy="23083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400">
                <a:solidFill>
                  <a:srgbClr val="FFFFFF"/>
                </a:solidFill>
                <a:latin typeface="Poppins"/>
                <a:ea typeface="Poppins"/>
                <a:cs typeface="Poppins"/>
                <a:sym typeface="Poppins"/>
              </a:rPr>
              <a:t>Type option here</a:t>
            </a:r>
            <a:endParaRPr sz="400"/>
          </a:p>
        </p:txBody>
      </p:sp>
      <p:sp>
        <p:nvSpPr>
          <p:cNvPr id="196" name="Google Shape;196;p28"/>
          <p:cNvSpPr/>
          <p:nvPr/>
        </p:nvSpPr>
        <p:spPr>
          <a:xfrm>
            <a:off x="4724397" y="2631691"/>
            <a:ext cx="399335" cy="399335"/>
          </a:xfrm>
          <a:prstGeom prst="ellipse">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197" name="Google Shape;197;p28"/>
          <p:cNvSpPr txBox="1"/>
          <p:nvPr/>
        </p:nvSpPr>
        <p:spPr>
          <a:xfrm>
            <a:off x="267550" y="2055039"/>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A</a:t>
            </a:r>
            <a:endParaRPr sz="400"/>
          </a:p>
        </p:txBody>
      </p:sp>
      <p:sp>
        <p:nvSpPr>
          <p:cNvPr id="198" name="Google Shape;198;p28"/>
          <p:cNvSpPr txBox="1"/>
          <p:nvPr/>
        </p:nvSpPr>
        <p:spPr>
          <a:xfrm>
            <a:off x="267550" y="2681317"/>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C</a:t>
            </a:r>
            <a:endParaRPr sz="400"/>
          </a:p>
        </p:txBody>
      </p:sp>
      <p:sp>
        <p:nvSpPr>
          <p:cNvPr id="199" name="Google Shape;199;p28"/>
          <p:cNvSpPr txBox="1"/>
          <p:nvPr/>
        </p:nvSpPr>
        <p:spPr>
          <a:xfrm>
            <a:off x="4740724" y="2055039"/>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B</a:t>
            </a:r>
            <a:endParaRPr sz="400"/>
          </a:p>
        </p:txBody>
      </p:sp>
      <p:sp>
        <p:nvSpPr>
          <p:cNvPr id="200" name="Google Shape;200;p28"/>
          <p:cNvSpPr txBox="1"/>
          <p:nvPr/>
        </p:nvSpPr>
        <p:spPr>
          <a:xfrm>
            <a:off x="4740724" y="2681317"/>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D</a:t>
            </a:r>
            <a:endParaRPr sz="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04" name="Shape 204"/>
        <p:cNvGrpSpPr/>
        <p:nvPr/>
      </p:nvGrpSpPr>
      <p:grpSpPr>
        <a:xfrm>
          <a:off x="0" y="0"/>
          <a:ext cx="0" cy="0"/>
          <a:chOff x="0" y="0"/>
          <a:chExt cx="0" cy="0"/>
        </a:xfrm>
      </p:grpSpPr>
      <p:sp>
        <p:nvSpPr>
          <p:cNvPr id="205" name="Google Shape;205;p29"/>
          <p:cNvSpPr txBox="1"/>
          <p:nvPr/>
        </p:nvSpPr>
        <p:spPr>
          <a:xfrm>
            <a:off x="251223" y="671273"/>
            <a:ext cx="8641556" cy="94641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500">
                <a:solidFill>
                  <a:srgbClr val="FFC000"/>
                </a:solidFill>
                <a:latin typeface="Poppins"/>
                <a:ea typeface="Poppins"/>
                <a:cs typeface="Poppins"/>
                <a:sym typeface="Poppins"/>
              </a:rPr>
              <a:t>Type question here</a:t>
            </a:r>
            <a:endParaRPr sz="400"/>
          </a:p>
          <a:p>
            <a:pPr indent="0" lvl="0" marL="0" marR="0" rtl="0" algn="l">
              <a:spcBef>
                <a:spcPts val="0"/>
              </a:spcBef>
              <a:spcAft>
                <a:spcPts val="0"/>
              </a:spcAft>
              <a:buNone/>
            </a:pPr>
            <a:r>
              <a:t/>
            </a:r>
            <a:endParaRPr sz="1500">
              <a:solidFill>
                <a:srgbClr val="FFC000"/>
              </a:solidFill>
              <a:latin typeface="Poppins"/>
              <a:ea typeface="Poppins"/>
              <a:cs typeface="Poppins"/>
              <a:sym typeface="Poppins"/>
            </a:endParaRPr>
          </a:p>
          <a:p>
            <a:pPr indent="0" lvl="0" marL="0" marR="0" rtl="0" algn="l">
              <a:spcBef>
                <a:spcPts val="0"/>
              </a:spcBef>
              <a:spcAft>
                <a:spcPts val="0"/>
              </a:spcAft>
              <a:buNone/>
            </a:pPr>
            <a:r>
              <a:t/>
            </a:r>
            <a:endParaRPr sz="1500">
              <a:solidFill>
                <a:srgbClr val="FFC000"/>
              </a:solidFill>
              <a:latin typeface="Poppins"/>
              <a:ea typeface="Poppins"/>
              <a:cs typeface="Poppins"/>
              <a:sym typeface="Poppins"/>
            </a:endParaRPr>
          </a:p>
          <a:p>
            <a:pPr indent="0" lvl="0" marL="0" marR="0" rtl="0" algn="l">
              <a:spcBef>
                <a:spcPts val="0"/>
              </a:spcBef>
              <a:spcAft>
                <a:spcPts val="0"/>
              </a:spcAft>
              <a:buNone/>
            </a:pPr>
            <a:r>
              <a:t/>
            </a:r>
            <a:endParaRPr sz="1500">
              <a:solidFill>
                <a:srgbClr val="FFC000"/>
              </a:solidFill>
              <a:latin typeface="Poppins"/>
              <a:ea typeface="Poppins"/>
              <a:cs typeface="Poppins"/>
              <a:sym typeface="Poppins"/>
            </a:endParaRPr>
          </a:p>
        </p:txBody>
      </p:sp>
      <p:sp>
        <p:nvSpPr>
          <p:cNvPr id="206" name="Google Shape;206;p29"/>
          <p:cNvSpPr/>
          <p:nvPr/>
        </p:nvSpPr>
        <p:spPr>
          <a:xfrm>
            <a:off x="-474784" y="157567"/>
            <a:ext cx="1947238" cy="392415"/>
          </a:xfrm>
          <a:prstGeom prst="roundRect">
            <a:avLst>
              <a:gd fmla="val 50000" name="adj"/>
            </a:avLst>
          </a:prstGeom>
          <a:gradFill>
            <a:gsLst>
              <a:gs pos="0">
                <a:srgbClr val="DC0000"/>
              </a:gs>
              <a:gs pos="20000">
                <a:srgbClr val="DC0000"/>
              </a:gs>
              <a:gs pos="70000">
                <a:srgbClr val="9C0000"/>
              </a:gs>
              <a:gs pos="100000">
                <a:srgbClr val="9C0000"/>
              </a:gs>
            </a:gsLst>
            <a:lin ang="5400000" scaled="0"/>
          </a:gradFill>
          <a:ln cap="flat" cmpd="sng" w="5080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sp>
        <p:nvSpPr>
          <p:cNvPr id="207" name="Google Shape;207;p29"/>
          <p:cNvSpPr txBox="1"/>
          <p:nvPr/>
        </p:nvSpPr>
        <p:spPr>
          <a:xfrm>
            <a:off x="251223" y="226816"/>
            <a:ext cx="1140548" cy="253916"/>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b="1" lang="en-GB" sz="1500">
                <a:solidFill>
                  <a:schemeClr val="lt1"/>
                </a:solidFill>
                <a:latin typeface="Poppins"/>
                <a:ea typeface="Poppins"/>
                <a:cs typeface="Poppins"/>
                <a:sym typeface="Poppins"/>
              </a:rPr>
              <a:t>Question</a:t>
            </a:r>
            <a:endParaRPr sz="400"/>
          </a:p>
        </p:txBody>
      </p:sp>
      <p:sp>
        <p:nvSpPr>
          <p:cNvPr id="208" name="Google Shape;208;p29"/>
          <p:cNvSpPr/>
          <p:nvPr/>
        </p:nvSpPr>
        <p:spPr>
          <a:xfrm rot="10800000">
            <a:off x="8397239" y="-30111"/>
            <a:ext cx="586568" cy="814110"/>
          </a:xfrm>
          <a:prstGeom prst="round2SameRect">
            <a:avLst>
              <a:gd fmla="val 50000" name="adj1"/>
              <a:gd fmla="val 0" name="adj2"/>
            </a:avLst>
          </a:prstGeom>
          <a:solidFill>
            <a:schemeClr val="dk1"/>
          </a:solidFill>
          <a:ln cap="flat" cmpd="sng" w="19050">
            <a:solidFill>
              <a:srgbClr val="7F7F7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500">
              <a:solidFill>
                <a:schemeClr val="lt1"/>
              </a:solidFill>
              <a:latin typeface="Arial"/>
              <a:ea typeface="Arial"/>
              <a:cs typeface="Arial"/>
              <a:sym typeface="Arial"/>
            </a:endParaRPr>
          </a:p>
        </p:txBody>
      </p:sp>
      <p:pic>
        <p:nvPicPr>
          <p:cNvPr descr="A white circle with a black letter in it&#10;&#10;AI-generated content may be incorrect." id="209" name="Google Shape;209;p29"/>
          <p:cNvPicPr preferRelativeResize="0"/>
          <p:nvPr/>
        </p:nvPicPr>
        <p:blipFill rotWithShape="1">
          <a:blip r:embed="rId3">
            <a:alphaModFix/>
          </a:blip>
          <a:srcRect b="0" l="0" r="0" t="0"/>
          <a:stretch/>
        </p:blipFill>
        <p:spPr>
          <a:xfrm>
            <a:off x="8455677" y="218043"/>
            <a:ext cx="469694" cy="46969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13" name="Shape 213"/>
        <p:cNvGrpSpPr/>
        <p:nvPr/>
      </p:nvGrpSpPr>
      <p:grpSpPr>
        <a:xfrm>
          <a:off x="0" y="0"/>
          <a:ext cx="0" cy="0"/>
          <a:chOff x="0" y="0"/>
          <a:chExt cx="0" cy="0"/>
        </a:xfrm>
      </p:grpSpPr>
      <p:sp>
        <p:nvSpPr>
          <p:cNvPr id="214" name="Google Shape;214;p30"/>
          <p:cNvSpPr/>
          <p:nvPr/>
        </p:nvSpPr>
        <p:spPr>
          <a:xfrm>
            <a:off x="1564029" y="1330366"/>
            <a:ext cx="6015942" cy="2482769"/>
          </a:xfrm>
          <a:prstGeom prst="roundRect">
            <a:avLst>
              <a:gd fmla="val 16667" name="adj"/>
            </a:avLst>
          </a:prstGeom>
          <a:solidFill>
            <a:schemeClr val="dk1">
              <a:alpha val="27058"/>
            </a:schemeClr>
          </a:solidFill>
          <a:ln cap="flat" cmpd="sng" w="1905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215" name="Google Shape;215;p30"/>
          <p:cNvGrpSpPr/>
          <p:nvPr/>
        </p:nvGrpSpPr>
        <p:grpSpPr>
          <a:xfrm>
            <a:off x="1713053" y="1958328"/>
            <a:ext cx="5717894" cy="1695131"/>
            <a:chOff x="3499413" y="2458723"/>
            <a:chExt cx="5193174" cy="1698103"/>
          </a:xfrm>
        </p:grpSpPr>
        <p:grpSp>
          <p:nvGrpSpPr>
            <p:cNvPr id="216" name="Google Shape;216;p30"/>
            <p:cNvGrpSpPr/>
            <p:nvPr/>
          </p:nvGrpSpPr>
          <p:grpSpPr>
            <a:xfrm>
              <a:off x="3827363" y="3465102"/>
              <a:ext cx="4607843" cy="691724"/>
              <a:chOff x="4004841" y="3465102"/>
              <a:chExt cx="4607843" cy="691724"/>
            </a:xfrm>
          </p:grpSpPr>
          <p:cxnSp>
            <p:nvCxnSpPr>
              <p:cNvPr id="217" name="Google Shape;217;p30"/>
              <p:cNvCxnSpPr/>
              <p:nvPr/>
            </p:nvCxnSpPr>
            <p:spPr>
              <a:xfrm>
                <a:off x="4004841" y="3810964"/>
                <a:ext cx="4607843" cy="0"/>
              </a:xfrm>
              <a:prstGeom prst="straightConnector1">
                <a:avLst/>
              </a:prstGeom>
              <a:noFill/>
              <a:ln cap="flat" cmpd="sng" w="25400">
                <a:solidFill>
                  <a:schemeClr val="lt1"/>
                </a:solidFill>
                <a:prstDash val="solid"/>
                <a:miter lim="8000"/>
                <a:headEnd len="sm" w="sm" type="none"/>
                <a:tailEnd len="sm" w="sm" type="none"/>
              </a:ln>
            </p:spPr>
          </p:cxnSp>
          <p:sp>
            <p:nvSpPr>
              <p:cNvPr id="218" name="Google Shape;218;p30"/>
              <p:cNvSpPr/>
              <p:nvPr/>
            </p:nvSpPr>
            <p:spPr>
              <a:xfrm>
                <a:off x="5318418" y="3465102"/>
                <a:ext cx="1941264" cy="691724"/>
              </a:xfrm>
              <a:prstGeom prst="roundRect">
                <a:avLst>
                  <a:gd fmla="val 15486" name="adj"/>
                </a:avLst>
              </a:prstGeom>
              <a:solidFill>
                <a:srgbClr val="1E0E0A"/>
              </a:solidFill>
              <a:ln cap="flat" cmpd="sng" w="3175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9" name="Google Shape;219;p30"/>
              <p:cNvSpPr/>
              <p:nvPr/>
            </p:nvSpPr>
            <p:spPr>
              <a:xfrm>
                <a:off x="5379685" y="3534185"/>
                <a:ext cx="1818729" cy="553559"/>
              </a:xfrm>
              <a:prstGeom prst="roundRect">
                <a:avLst>
                  <a:gd fmla="val 15486" name="adj"/>
                </a:avLst>
              </a:prstGeom>
              <a:solidFill>
                <a:schemeClr val="lt1"/>
              </a:solidFill>
              <a:ln>
                <a:noFill/>
              </a:ln>
            </p:spPr>
            <p:txBody>
              <a:bodyPr anchorCtr="0" anchor="ctr" bIns="11425" lIns="22850" spcFirstLastPara="1" rIns="22850" wrap="square" tIns="11425">
                <a:noAutofit/>
              </a:bodyPr>
              <a:lstStyle/>
              <a:p>
                <a:pPr indent="0" lvl="0" marL="0" marR="0" rtl="0" algn="ctr">
                  <a:spcBef>
                    <a:spcPts val="0"/>
                  </a:spcBef>
                  <a:spcAft>
                    <a:spcPts val="0"/>
                  </a:spcAft>
                  <a:buNone/>
                </a:pPr>
                <a:r>
                  <a:rPr lang="en-GB" sz="4100">
                    <a:solidFill>
                      <a:srgbClr val="1F0100"/>
                    </a:solidFill>
                    <a:latin typeface="Poppins ExtraBold"/>
                    <a:ea typeface="Poppins ExtraBold"/>
                    <a:cs typeface="Poppins ExtraBold"/>
                    <a:sym typeface="Poppins ExtraBold"/>
                  </a:rPr>
                  <a:t>You</a:t>
                </a:r>
                <a:endParaRPr sz="400"/>
              </a:p>
            </p:txBody>
          </p:sp>
        </p:grpSp>
        <p:sp>
          <p:nvSpPr>
            <p:cNvPr id="220" name="Google Shape;220;p30"/>
            <p:cNvSpPr/>
            <p:nvPr/>
          </p:nvSpPr>
          <p:spPr>
            <a:xfrm>
              <a:off x="3499413" y="2458723"/>
              <a:ext cx="5193174" cy="736788"/>
            </a:xfrm>
            <a:prstGeom prst="roundRect">
              <a:avLst>
                <a:gd fmla="val 15486" name="adj"/>
              </a:avLst>
            </a:prstGeom>
            <a:noFill/>
            <a:ln>
              <a:noFill/>
            </a:ln>
            <a:effectLst>
              <a:outerShdw blurRad="50800" rotWithShape="0" algn="t" dir="54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rPr lang="en-GB" sz="12500">
                  <a:solidFill>
                    <a:srgbClr val="FFFF00"/>
                  </a:solidFill>
                  <a:latin typeface="Poppins Black"/>
                  <a:ea typeface="Poppins Black"/>
                  <a:cs typeface="Poppins Black"/>
                  <a:sym typeface="Poppins Black"/>
                </a:rPr>
                <a:t>Thank</a:t>
              </a:r>
              <a:endParaRPr sz="400"/>
            </a:p>
          </p:txBody>
        </p:sp>
      </p:grpSp>
      <p:sp>
        <p:nvSpPr>
          <p:cNvPr id="221" name="Google Shape;221;p30"/>
          <p:cNvSpPr/>
          <p:nvPr/>
        </p:nvSpPr>
        <p:spPr>
          <a:xfrm rot="10800000">
            <a:off x="8397239" y="-30111"/>
            <a:ext cx="586568" cy="814110"/>
          </a:xfrm>
          <a:prstGeom prst="round2SameRect">
            <a:avLst>
              <a:gd fmla="val 50000" name="adj1"/>
              <a:gd fmla="val 0" name="adj2"/>
            </a:avLst>
          </a:prstGeom>
          <a:solidFill>
            <a:schemeClr val="dk1"/>
          </a:solidFill>
          <a:ln cap="flat" cmpd="sng" w="19050">
            <a:solidFill>
              <a:srgbClr val="7F7F7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500">
              <a:solidFill>
                <a:schemeClr val="lt1"/>
              </a:solidFill>
              <a:latin typeface="Arial"/>
              <a:ea typeface="Arial"/>
              <a:cs typeface="Arial"/>
              <a:sym typeface="Arial"/>
            </a:endParaRPr>
          </a:p>
        </p:txBody>
      </p:sp>
      <p:pic>
        <p:nvPicPr>
          <p:cNvPr descr="A white circle with a black letter in it&#10;&#10;AI-generated content may be incorrect." id="222" name="Google Shape;222;p30"/>
          <p:cNvPicPr preferRelativeResize="0"/>
          <p:nvPr/>
        </p:nvPicPr>
        <p:blipFill rotWithShape="1">
          <a:blip r:embed="rId3">
            <a:alphaModFix/>
          </a:blip>
          <a:srcRect b="0" l="0" r="0" t="0"/>
          <a:stretch/>
        </p:blipFill>
        <p:spPr>
          <a:xfrm>
            <a:off x="8455677" y="218043"/>
            <a:ext cx="469694" cy="46969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