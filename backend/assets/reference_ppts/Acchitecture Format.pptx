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Play"/>
      <p:regular r:id="rId16"/>
      <p:bold r:id="rId17"/>
    </p:embeddedFont>
    <p:embeddedFont>
      <p:font typeface="Poppins"/>
      <p:regular r:id="rId18"/>
      <p:bold r:id="rId19"/>
      <p:italic r:id="rId20"/>
      <p:boldItalic r:id="rId21"/>
    </p:embeddedFont>
    <p:embeddedFont>
      <p:font typeface="Poppins ExtraBold"/>
      <p:bold r:id="rId22"/>
      <p:boldItalic r:id="rId23"/>
    </p:embeddedFont>
    <p:embeddedFont>
      <p:font typeface="Cambria Math"/>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italic.fntdata"/><Relationship Id="rId11" Type="http://schemas.openxmlformats.org/officeDocument/2006/relationships/slide" Target="slides/slide5.xml"/><Relationship Id="rId22" Type="http://schemas.openxmlformats.org/officeDocument/2006/relationships/font" Target="fonts/PoppinsExtraBold-bold.fntdata"/><Relationship Id="rId10" Type="http://schemas.openxmlformats.org/officeDocument/2006/relationships/slide" Target="slides/slide4.xml"/><Relationship Id="rId21" Type="http://schemas.openxmlformats.org/officeDocument/2006/relationships/font" Target="fonts/Poppins-boldItalic.fntdata"/><Relationship Id="rId13" Type="http://schemas.openxmlformats.org/officeDocument/2006/relationships/slide" Target="slides/slide7.xml"/><Relationship Id="rId24" Type="http://schemas.openxmlformats.org/officeDocument/2006/relationships/font" Target="fonts/CambriaMath-regular.fntdata"/><Relationship Id="rId12" Type="http://schemas.openxmlformats.org/officeDocument/2006/relationships/slide" Target="slides/slide6.xml"/><Relationship Id="rId23" Type="http://schemas.openxmlformats.org/officeDocument/2006/relationships/font" Target="fonts/PoppinsExtra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lay-bold.fntdata"/><Relationship Id="rId16" Type="http://schemas.openxmlformats.org/officeDocument/2006/relationships/font" Target="fonts/Play-regular.fntdata"/><Relationship Id="rId5" Type="http://schemas.openxmlformats.org/officeDocument/2006/relationships/slideMaster" Target="slideMasters/slideMaster2.xml"/><Relationship Id="rId19" Type="http://schemas.openxmlformats.org/officeDocument/2006/relationships/font" Target="fonts/Poppins-bold.fntdata"/><Relationship Id="rId6" Type="http://schemas.openxmlformats.org/officeDocument/2006/relationships/notesMaster" Target="notesMasters/notesMaster1.xml"/><Relationship Id="rId18" Type="http://schemas.openxmlformats.org/officeDocument/2006/relationships/font" Target="fonts/Poppins-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cc6edee3c_2_16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ecc6edee3c_2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cc6edee3c_2_18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ecc6edee3c_2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cc6edee3c_2_3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g3ecc6edee3c_2_3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GB"/>
              <a:t>This ppt can be modified and tuned wherever required as per the faculty requirements and content</a:t>
            </a:r>
            <a:endParaRPr/>
          </a:p>
          <a:p>
            <a:pPr indent="0" lvl="0" marL="0" rtl="0" algn="l">
              <a:spcBef>
                <a:spcPts val="0"/>
              </a:spcBef>
              <a:spcAft>
                <a:spcPts val="0"/>
              </a:spcAft>
              <a:buNone/>
            </a:pPr>
            <a:r>
              <a:t/>
            </a:r>
            <a:endParaRPr/>
          </a:p>
        </p:txBody>
      </p:sp>
      <p:sp>
        <p:nvSpPr>
          <p:cNvPr id="169" name="Google Shape;169;g3ecc6edee3c_2_3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cc6edee3c_2_20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ecc6edee3c_2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ecc6edee3c_2_21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3ecc6edee3c_2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cc6edee3c_2_22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3ecc6edee3c_2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ecc6edee3c_2_24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ecc6edee3c_2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ecc6edee3c_2_26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ecc6edee3c_2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ecc6edee3c_2_34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3ecc6edee3c_2_3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628650" y="4767263"/>
            <a:ext cx="2057400" cy="273844"/>
          </a:xfrm>
          <a:prstGeom prst="rect">
            <a:avLst/>
          </a:prstGeom>
          <a:noFill/>
          <a:ln>
            <a:noFill/>
          </a:ln>
        </p:spPr>
        <p:txBody>
          <a:bodyPr anchorCtr="0" anchor="ctr" bIns="11425" lIns="22850" spcFirstLastPara="1" rIns="22850" wrap="square" tIns="11425">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58" name="Google Shape;58;p14"/>
          <p:cNvSpPr txBox="1"/>
          <p:nvPr>
            <p:ph idx="11" type="ftr"/>
          </p:nvPr>
        </p:nvSpPr>
        <p:spPr>
          <a:xfrm>
            <a:off x="3028950" y="4767263"/>
            <a:ext cx="3086100" cy="273844"/>
          </a:xfrm>
          <a:prstGeom prst="rect">
            <a:avLst/>
          </a:prstGeom>
          <a:noFill/>
          <a:ln>
            <a:noFill/>
          </a:ln>
        </p:spPr>
        <p:txBody>
          <a:bodyPr anchorCtr="0" anchor="ctr" bIns="11425" lIns="22850" spcFirstLastPara="1" rIns="22850" wrap="square" tIns="11425">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59" name="Google Shape;59;p14"/>
          <p:cNvSpPr txBox="1"/>
          <p:nvPr>
            <p:ph idx="12" type="sldNum"/>
          </p:nvPr>
        </p:nvSpPr>
        <p:spPr>
          <a:xfrm>
            <a:off x="6457950" y="4767263"/>
            <a:ext cx="2057400" cy="273844"/>
          </a:xfrm>
          <a:prstGeom prst="rect">
            <a:avLst/>
          </a:prstGeom>
          <a:noFill/>
          <a:ln>
            <a:noFill/>
          </a:ln>
        </p:spPr>
        <p:txBody>
          <a:bodyPr anchorCtr="0" anchor="ctr" bIns="11425" lIns="22850" spcFirstLastPara="1" rIns="22850" wrap="square" tIns="11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ransition spd="slow">
    <p:fade thruBlk="1"/>
  </p:transition>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0" name="Shape 60"/>
        <p:cNvGrpSpPr/>
        <p:nvPr/>
      </p:nvGrpSpPr>
      <p:grpSpPr>
        <a:xfrm>
          <a:off x="0" y="0"/>
          <a:ext cx="0" cy="0"/>
          <a:chOff x="0" y="0"/>
          <a:chExt cx="0" cy="0"/>
        </a:xfrm>
      </p:grpSpPr>
      <p:sp>
        <p:nvSpPr>
          <p:cNvPr id="61" name="Google Shape;61;p15"/>
          <p:cNvSpPr/>
          <p:nvPr/>
        </p:nvSpPr>
        <p:spPr>
          <a:xfrm>
            <a:off x="-51619" y="-81116"/>
            <a:ext cx="9254613" cy="5294671"/>
          </a:xfrm>
          <a:prstGeom prst="rect">
            <a:avLst/>
          </a:prstGeom>
          <a:solidFill>
            <a:schemeClr val="dk1"/>
          </a:solidFill>
          <a:ln>
            <a:noFill/>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500">
              <a:solidFill>
                <a:schemeClr val="lt1"/>
              </a:solidFill>
              <a:latin typeface="Arial"/>
              <a:ea typeface="Arial"/>
              <a:cs typeface="Arial"/>
              <a:sym typeface="Arial"/>
            </a:endParaRPr>
          </a:p>
        </p:txBody>
      </p:sp>
      <p:grpSp>
        <p:nvGrpSpPr>
          <p:cNvPr id="62" name="Google Shape;62;p15"/>
          <p:cNvGrpSpPr/>
          <p:nvPr/>
        </p:nvGrpSpPr>
        <p:grpSpPr>
          <a:xfrm>
            <a:off x="8629661" y="-147484"/>
            <a:ext cx="514339" cy="667384"/>
            <a:chOff x="11306724" y="96065"/>
            <a:chExt cx="685786" cy="889845"/>
          </a:xfrm>
        </p:grpSpPr>
        <p:sp>
          <p:nvSpPr>
            <p:cNvPr id="63" name="Google Shape;63;p15"/>
            <p:cNvSpPr/>
            <p:nvPr/>
          </p:nvSpPr>
          <p:spPr>
            <a:xfrm flipH="1" rot="10800000">
              <a:off x="11306724" y="96065"/>
              <a:ext cx="685786" cy="889845"/>
            </a:xfrm>
            <a:prstGeom prst="round2SameRect">
              <a:avLst>
                <a:gd fmla="val 50000" name="adj1"/>
                <a:gd fmla="val 0" name="adj2"/>
              </a:avLst>
            </a:prstGeom>
            <a:solidFill>
              <a:schemeClr val="lt1"/>
            </a:solidFill>
            <a:ln>
              <a:noFill/>
            </a:ln>
            <a:effectLst>
              <a:outerShdw blurRad="50800" rotWithShape="0" algn="t" dir="5400000" dist="38100">
                <a:srgbClr val="000000">
                  <a:alpha val="40000"/>
                </a:srgbClr>
              </a:outerShdw>
            </a:effectLst>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pic>
          <p:nvPicPr>
            <p:cNvPr id="64" name="Google Shape;64;p15"/>
            <p:cNvPicPr preferRelativeResize="0"/>
            <p:nvPr/>
          </p:nvPicPr>
          <p:blipFill rotWithShape="1">
            <a:blip r:embed="rId2">
              <a:alphaModFix/>
            </a:blip>
            <a:srcRect b="9836" l="8081" r="10621" t="7836"/>
            <a:stretch/>
          </p:blipFill>
          <p:spPr>
            <a:xfrm>
              <a:off x="11373763" y="365125"/>
              <a:ext cx="551707" cy="546550"/>
            </a:xfrm>
            <a:prstGeom prst="ellipse">
              <a:avLst/>
            </a:prstGeom>
            <a:noFill/>
            <a:ln>
              <a:noFill/>
            </a:ln>
          </p:spPr>
        </p:pic>
      </p:grpSp>
    </p:spTree>
  </p:cSld>
  <p:clrMapOvr>
    <a:masterClrMapping/>
  </p:clrMapOvr>
  <p:transition spd="slow">
    <p:fade thruBlk="1"/>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5" name="Shape 65"/>
        <p:cNvGrpSpPr/>
        <p:nvPr/>
      </p:nvGrpSpPr>
      <p:grpSpPr>
        <a:xfrm>
          <a:off x="0" y="0"/>
          <a:ext cx="0" cy="0"/>
          <a:chOff x="0" y="0"/>
          <a:chExt cx="0" cy="0"/>
        </a:xfrm>
      </p:grpSpPr>
      <p:sp>
        <p:nvSpPr>
          <p:cNvPr id="66" name="Google Shape;66;p16"/>
          <p:cNvSpPr txBox="1"/>
          <p:nvPr>
            <p:ph type="title"/>
          </p:nvPr>
        </p:nvSpPr>
        <p:spPr>
          <a:xfrm>
            <a:off x="628650" y="273844"/>
            <a:ext cx="7886700" cy="994172"/>
          </a:xfrm>
          <a:prstGeom prst="rect">
            <a:avLst/>
          </a:prstGeom>
          <a:noFill/>
          <a:ln>
            <a:noFill/>
          </a:ln>
        </p:spPr>
        <p:txBody>
          <a:bodyPr anchorCtr="0" anchor="ctr" bIns="11425" lIns="22850" spcFirstLastPara="1" rIns="22850" wrap="square" tIns="11425">
            <a:normAutofit/>
          </a:bodyPr>
          <a:lstStyle>
            <a:lvl1pPr lvl="0" algn="l">
              <a:lnSpc>
                <a:spcPct val="90000"/>
              </a:lnSpc>
              <a:spcBef>
                <a:spcPts val="0"/>
              </a:spcBef>
              <a:spcAft>
                <a:spcPts val="0"/>
              </a:spcAft>
              <a:buClr>
                <a:schemeClr val="dk1"/>
              </a:buClr>
              <a:buSzPts val="500"/>
              <a:buNone/>
              <a:defRPr/>
            </a:lvl1pPr>
            <a:lvl2pPr lvl="1">
              <a:spcBef>
                <a:spcPts val="0"/>
              </a:spcBef>
              <a:spcAft>
                <a:spcPts val="0"/>
              </a:spcAft>
              <a:buSzPts val="400"/>
              <a:buNone/>
              <a:defRPr/>
            </a:lvl2pPr>
            <a:lvl3pPr lvl="2">
              <a:spcBef>
                <a:spcPts val="0"/>
              </a:spcBef>
              <a:spcAft>
                <a:spcPts val="0"/>
              </a:spcAft>
              <a:buSzPts val="400"/>
              <a:buNone/>
              <a:defRPr/>
            </a:lvl3pPr>
            <a:lvl4pPr lvl="3">
              <a:spcBef>
                <a:spcPts val="0"/>
              </a:spcBef>
              <a:spcAft>
                <a:spcPts val="0"/>
              </a:spcAft>
              <a:buSzPts val="400"/>
              <a:buNone/>
              <a:defRPr/>
            </a:lvl4pPr>
            <a:lvl5pPr lvl="4">
              <a:spcBef>
                <a:spcPts val="0"/>
              </a:spcBef>
              <a:spcAft>
                <a:spcPts val="0"/>
              </a:spcAft>
              <a:buSzPts val="400"/>
              <a:buNone/>
              <a:defRPr/>
            </a:lvl5pPr>
            <a:lvl6pPr lvl="5">
              <a:spcBef>
                <a:spcPts val="0"/>
              </a:spcBef>
              <a:spcAft>
                <a:spcPts val="0"/>
              </a:spcAft>
              <a:buSzPts val="400"/>
              <a:buNone/>
              <a:defRPr/>
            </a:lvl6pPr>
            <a:lvl7pPr lvl="6">
              <a:spcBef>
                <a:spcPts val="0"/>
              </a:spcBef>
              <a:spcAft>
                <a:spcPts val="0"/>
              </a:spcAft>
              <a:buSzPts val="400"/>
              <a:buNone/>
              <a:defRPr/>
            </a:lvl7pPr>
            <a:lvl8pPr lvl="7">
              <a:spcBef>
                <a:spcPts val="0"/>
              </a:spcBef>
              <a:spcAft>
                <a:spcPts val="0"/>
              </a:spcAft>
              <a:buSzPts val="400"/>
              <a:buNone/>
              <a:defRPr/>
            </a:lvl8pPr>
            <a:lvl9pPr lvl="8">
              <a:spcBef>
                <a:spcPts val="0"/>
              </a:spcBef>
              <a:spcAft>
                <a:spcPts val="0"/>
              </a:spcAft>
              <a:buSzPts val="400"/>
              <a:buNone/>
              <a:defRPr/>
            </a:lvl9pPr>
          </a:lstStyle>
          <a:p/>
        </p:txBody>
      </p:sp>
      <p:sp>
        <p:nvSpPr>
          <p:cNvPr id="67" name="Google Shape;67;p16"/>
          <p:cNvSpPr txBox="1"/>
          <p:nvPr>
            <p:ph idx="1" type="body"/>
          </p:nvPr>
        </p:nvSpPr>
        <p:spPr>
          <a:xfrm>
            <a:off x="628650" y="1369219"/>
            <a:ext cx="7886700" cy="3263504"/>
          </a:xfrm>
          <a:prstGeom prst="rect">
            <a:avLst/>
          </a:prstGeom>
          <a:noFill/>
          <a:ln>
            <a:noFill/>
          </a:ln>
        </p:spPr>
        <p:txBody>
          <a:bodyPr anchorCtr="0" anchor="t" bIns="11425" lIns="22850" spcFirstLastPara="1" rIns="22850" wrap="square" tIns="11425">
            <a:normAutofit/>
          </a:bodyPr>
          <a:lstStyle>
            <a:lvl1pPr indent="-260350" lvl="0" marL="457200" algn="l">
              <a:lnSpc>
                <a:spcPct val="90000"/>
              </a:lnSpc>
              <a:spcBef>
                <a:spcPts val="800"/>
              </a:spcBef>
              <a:spcAft>
                <a:spcPts val="0"/>
              </a:spcAft>
              <a:buClr>
                <a:schemeClr val="dk1"/>
              </a:buClr>
              <a:buSzPts val="500"/>
              <a:buChar char="•"/>
              <a:defRPr/>
            </a:lvl1pPr>
            <a:lvl2pPr indent="-260350" lvl="1" marL="914400" algn="l">
              <a:lnSpc>
                <a:spcPct val="90000"/>
              </a:lnSpc>
              <a:spcBef>
                <a:spcPts val="400"/>
              </a:spcBef>
              <a:spcAft>
                <a:spcPts val="0"/>
              </a:spcAft>
              <a:buClr>
                <a:schemeClr val="dk1"/>
              </a:buClr>
              <a:buSzPts val="500"/>
              <a:buChar char="•"/>
              <a:defRPr/>
            </a:lvl2pPr>
            <a:lvl3pPr indent="-260350" lvl="2" marL="1371600" algn="l">
              <a:lnSpc>
                <a:spcPct val="90000"/>
              </a:lnSpc>
              <a:spcBef>
                <a:spcPts val="400"/>
              </a:spcBef>
              <a:spcAft>
                <a:spcPts val="0"/>
              </a:spcAft>
              <a:buClr>
                <a:schemeClr val="dk1"/>
              </a:buClr>
              <a:buSzPts val="500"/>
              <a:buChar char="•"/>
              <a:defRPr/>
            </a:lvl3pPr>
            <a:lvl4pPr indent="-260350" lvl="3" marL="1828800" algn="l">
              <a:lnSpc>
                <a:spcPct val="90000"/>
              </a:lnSpc>
              <a:spcBef>
                <a:spcPts val="400"/>
              </a:spcBef>
              <a:spcAft>
                <a:spcPts val="0"/>
              </a:spcAft>
              <a:buClr>
                <a:schemeClr val="dk1"/>
              </a:buClr>
              <a:buSzPts val="500"/>
              <a:buChar char="•"/>
              <a:defRPr/>
            </a:lvl4pPr>
            <a:lvl5pPr indent="-260350" lvl="4" marL="2286000" algn="l">
              <a:lnSpc>
                <a:spcPct val="90000"/>
              </a:lnSpc>
              <a:spcBef>
                <a:spcPts val="400"/>
              </a:spcBef>
              <a:spcAft>
                <a:spcPts val="0"/>
              </a:spcAft>
              <a:buClr>
                <a:schemeClr val="dk1"/>
              </a:buClr>
              <a:buSzPts val="500"/>
              <a:buChar char="•"/>
              <a:defRPr/>
            </a:lvl5pPr>
            <a:lvl6pPr indent="-260350" lvl="5" marL="2743200" algn="l">
              <a:lnSpc>
                <a:spcPct val="90000"/>
              </a:lnSpc>
              <a:spcBef>
                <a:spcPts val="400"/>
              </a:spcBef>
              <a:spcAft>
                <a:spcPts val="0"/>
              </a:spcAft>
              <a:buClr>
                <a:schemeClr val="dk1"/>
              </a:buClr>
              <a:buSzPts val="500"/>
              <a:buChar char="•"/>
              <a:defRPr/>
            </a:lvl6pPr>
            <a:lvl7pPr indent="-260350" lvl="6" marL="3200400" algn="l">
              <a:lnSpc>
                <a:spcPct val="90000"/>
              </a:lnSpc>
              <a:spcBef>
                <a:spcPts val="400"/>
              </a:spcBef>
              <a:spcAft>
                <a:spcPts val="0"/>
              </a:spcAft>
              <a:buClr>
                <a:schemeClr val="dk1"/>
              </a:buClr>
              <a:buSzPts val="500"/>
              <a:buChar char="•"/>
              <a:defRPr/>
            </a:lvl7pPr>
            <a:lvl8pPr indent="-260350" lvl="7" marL="3657600" algn="l">
              <a:lnSpc>
                <a:spcPct val="90000"/>
              </a:lnSpc>
              <a:spcBef>
                <a:spcPts val="400"/>
              </a:spcBef>
              <a:spcAft>
                <a:spcPts val="0"/>
              </a:spcAft>
              <a:buClr>
                <a:schemeClr val="dk1"/>
              </a:buClr>
              <a:buSzPts val="500"/>
              <a:buChar char="•"/>
              <a:defRPr/>
            </a:lvl8pPr>
            <a:lvl9pPr indent="-260350" lvl="8" marL="4114800" algn="l">
              <a:lnSpc>
                <a:spcPct val="90000"/>
              </a:lnSpc>
              <a:spcBef>
                <a:spcPts val="400"/>
              </a:spcBef>
              <a:spcAft>
                <a:spcPts val="0"/>
              </a:spcAft>
              <a:buClr>
                <a:schemeClr val="dk1"/>
              </a:buClr>
              <a:buSzPts val="500"/>
              <a:buChar char="•"/>
              <a:defRPr/>
            </a:lvl9pPr>
          </a:lstStyle>
          <a:p/>
        </p:txBody>
      </p:sp>
      <p:sp>
        <p:nvSpPr>
          <p:cNvPr id="68" name="Google Shape;68;p16"/>
          <p:cNvSpPr txBox="1"/>
          <p:nvPr>
            <p:ph idx="10" type="dt"/>
          </p:nvPr>
        </p:nvSpPr>
        <p:spPr>
          <a:xfrm>
            <a:off x="628650" y="4767263"/>
            <a:ext cx="2057400" cy="273844"/>
          </a:xfrm>
          <a:prstGeom prst="rect">
            <a:avLst/>
          </a:prstGeom>
          <a:noFill/>
          <a:ln>
            <a:noFill/>
          </a:ln>
        </p:spPr>
        <p:txBody>
          <a:bodyPr anchorCtr="0" anchor="ctr" bIns="11425" lIns="22850" spcFirstLastPara="1" rIns="22850" wrap="square" tIns="11425">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69" name="Google Shape;69;p16"/>
          <p:cNvSpPr txBox="1"/>
          <p:nvPr>
            <p:ph idx="11" type="ftr"/>
          </p:nvPr>
        </p:nvSpPr>
        <p:spPr>
          <a:xfrm>
            <a:off x="3028950" y="4767263"/>
            <a:ext cx="3086100" cy="273844"/>
          </a:xfrm>
          <a:prstGeom prst="rect">
            <a:avLst/>
          </a:prstGeom>
          <a:noFill/>
          <a:ln>
            <a:noFill/>
          </a:ln>
        </p:spPr>
        <p:txBody>
          <a:bodyPr anchorCtr="0" anchor="ctr" bIns="11425" lIns="22850" spcFirstLastPara="1" rIns="22850" wrap="square" tIns="11425">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70" name="Google Shape;70;p16"/>
          <p:cNvSpPr txBox="1"/>
          <p:nvPr>
            <p:ph idx="12" type="sldNum"/>
          </p:nvPr>
        </p:nvSpPr>
        <p:spPr>
          <a:xfrm>
            <a:off x="6457950" y="4767263"/>
            <a:ext cx="2057400" cy="273844"/>
          </a:xfrm>
          <a:prstGeom prst="rect">
            <a:avLst/>
          </a:prstGeom>
          <a:noFill/>
          <a:ln>
            <a:noFill/>
          </a:ln>
        </p:spPr>
        <p:txBody>
          <a:bodyPr anchorCtr="0" anchor="ctr" bIns="11425" lIns="22850" spcFirstLastPara="1" rIns="22850" wrap="square" tIns="11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ransition spd="slow">
    <p:fade thruBlk="1"/>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1" name="Shape 71"/>
        <p:cNvGrpSpPr/>
        <p:nvPr/>
      </p:nvGrpSpPr>
      <p:grpSpPr>
        <a:xfrm>
          <a:off x="0" y="0"/>
          <a:ext cx="0" cy="0"/>
          <a:chOff x="0" y="0"/>
          <a:chExt cx="0" cy="0"/>
        </a:xfrm>
      </p:grpSpPr>
      <p:sp>
        <p:nvSpPr>
          <p:cNvPr id="72" name="Google Shape;72;p17"/>
          <p:cNvSpPr txBox="1"/>
          <p:nvPr>
            <p:ph type="title"/>
          </p:nvPr>
        </p:nvSpPr>
        <p:spPr>
          <a:xfrm>
            <a:off x="623888" y="1282304"/>
            <a:ext cx="7886700" cy="2139553"/>
          </a:xfrm>
          <a:prstGeom prst="rect">
            <a:avLst/>
          </a:prstGeom>
          <a:noFill/>
          <a:ln>
            <a:noFill/>
          </a:ln>
        </p:spPr>
        <p:txBody>
          <a:bodyPr anchorCtr="0" anchor="b" bIns="11425" lIns="22850" spcFirstLastPara="1" rIns="22850" wrap="square" tIns="11425">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400"/>
              <a:buNone/>
              <a:defRPr/>
            </a:lvl2pPr>
            <a:lvl3pPr lvl="2">
              <a:spcBef>
                <a:spcPts val="0"/>
              </a:spcBef>
              <a:spcAft>
                <a:spcPts val="0"/>
              </a:spcAft>
              <a:buSzPts val="400"/>
              <a:buNone/>
              <a:defRPr/>
            </a:lvl3pPr>
            <a:lvl4pPr lvl="3">
              <a:spcBef>
                <a:spcPts val="0"/>
              </a:spcBef>
              <a:spcAft>
                <a:spcPts val="0"/>
              </a:spcAft>
              <a:buSzPts val="400"/>
              <a:buNone/>
              <a:defRPr/>
            </a:lvl4pPr>
            <a:lvl5pPr lvl="4">
              <a:spcBef>
                <a:spcPts val="0"/>
              </a:spcBef>
              <a:spcAft>
                <a:spcPts val="0"/>
              </a:spcAft>
              <a:buSzPts val="400"/>
              <a:buNone/>
              <a:defRPr/>
            </a:lvl5pPr>
            <a:lvl6pPr lvl="5">
              <a:spcBef>
                <a:spcPts val="0"/>
              </a:spcBef>
              <a:spcAft>
                <a:spcPts val="0"/>
              </a:spcAft>
              <a:buSzPts val="400"/>
              <a:buNone/>
              <a:defRPr/>
            </a:lvl6pPr>
            <a:lvl7pPr lvl="6">
              <a:spcBef>
                <a:spcPts val="0"/>
              </a:spcBef>
              <a:spcAft>
                <a:spcPts val="0"/>
              </a:spcAft>
              <a:buSzPts val="400"/>
              <a:buNone/>
              <a:defRPr/>
            </a:lvl7pPr>
            <a:lvl8pPr lvl="7">
              <a:spcBef>
                <a:spcPts val="0"/>
              </a:spcBef>
              <a:spcAft>
                <a:spcPts val="0"/>
              </a:spcAft>
              <a:buSzPts val="400"/>
              <a:buNone/>
              <a:defRPr/>
            </a:lvl8pPr>
            <a:lvl9pPr lvl="8">
              <a:spcBef>
                <a:spcPts val="0"/>
              </a:spcBef>
              <a:spcAft>
                <a:spcPts val="0"/>
              </a:spcAft>
              <a:buSzPts val="400"/>
              <a:buNone/>
              <a:defRPr/>
            </a:lvl9pPr>
          </a:lstStyle>
          <a:p/>
        </p:txBody>
      </p:sp>
      <p:sp>
        <p:nvSpPr>
          <p:cNvPr id="73" name="Google Shape;73;p17"/>
          <p:cNvSpPr txBox="1"/>
          <p:nvPr>
            <p:ph idx="1" type="body"/>
          </p:nvPr>
        </p:nvSpPr>
        <p:spPr>
          <a:xfrm>
            <a:off x="623888" y="3442098"/>
            <a:ext cx="7886700" cy="1125140"/>
          </a:xfrm>
          <a:prstGeom prst="rect">
            <a:avLst/>
          </a:prstGeom>
          <a:noFill/>
          <a:ln>
            <a:noFill/>
          </a:ln>
        </p:spPr>
        <p:txBody>
          <a:bodyPr anchorCtr="0" anchor="t" bIns="11425" lIns="22850" spcFirstLastPara="1" rIns="22850" wrap="square" tIns="1142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74" name="Google Shape;74;p17"/>
          <p:cNvSpPr txBox="1"/>
          <p:nvPr>
            <p:ph idx="10" type="dt"/>
          </p:nvPr>
        </p:nvSpPr>
        <p:spPr>
          <a:xfrm>
            <a:off x="628650" y="4767263"/>
            <a:ext cx="2057400" cy="273844"/>
          </a:xfrm>
          <a:prstGeom prst="rect">
            <a:avLst/>
          </a:prstGeom>
          <a:noFill/>
          <a:ln>
            <a:noFill/>
          </a:ln>
        </p:spPr>
        <p:txBody>
          <a:bodyPr anchorCtr="0" anchor="ctr" bIns="11425" lIns="22850" spcFirstLastPara="1" rIns="22850" wrap="square" tIns="11425">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75" name="Google Shape;75;p17"/>
          <p:cNvSpPr txBox="1"/>
          <p:nvPr>
            <p:ph idx="11" type="ftr"/>
          </p:nvPr>
        </p:nvSpPr>
        <p:spPr>
          <a:xfrm>
            <a:off x="3028950" y="4767263"/>
            <a:ext cx="3086100" cy="273844"/>
          </a:xfrm>
          <a:prstGeom prst="rect">
            <a:avLst/>
          </a:prstGeom>
          <a:noFill/>
          <a:ln>
            <a:noFill/>
          </a:ln>
        </p:spPr>
        <p:txBody>
          <a:bodyPr anchorCtr="0" anchor="ctr" bIns="11425" lIns="22850" spcFirstLastPara="1" rIns="22850" wrap="square" tIns="11425">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76" name="Google Shape;76;p17"/>
          <p:cNvSpPr txBox="1"/>
          <p:nvPr>
            <p:ph idx="12" type="sldNum"/>
          </p:nvPr>
        </p:nvSpPr>
        <p:spPr>
          <a:xfrm>
            <a:off x="6457950" y="4767263"/>
            <a:ext cx="2057400" cy="273844"/>
          </a:xfrm>
          <a:prstGeom prst="rect">
            <a:avLst/>
          </a:prstGeom>
          <a:noFill/>
          <a:ln>
            <a:noFill/>
          </a:ln>
        </p:spPr>
        <p:txBody>
          <a:bodyPr anchorCtr="0" anchor="ctr" bIns="11425" lIns="22850" spcFirstLastPara="1" rIns="22850" wrap="square" tIns="11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ransition spd="slow">
    <p:fade thruBlk="1"/>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7" name="Shape 77"/>
        <p:cNvGrpSpPr/>
        <p:nvPr/>
      </p:nvGrpSpPr>
      <p:grpSpPr>
        <a:xfrm>
          <a:off x="0" y="0"/>
          <a:ext cx="0" cy="0"/>
          <a:chOff x="0" y="0"/>
          <a:chExt cx="0" cy="0"/>
        </a:xfrm>
      </p:grpSpPr>
      <p:sp>
        <p:nvSpPr>
          <p:cNvPr id="78" name="Google Shape;78;p18"/>
          <p:cNvSpPr txBox="1"/>
          <p:nvPr>
            <p:ph type="title"/>
          </p:nvPr>
        </p:nvSpPr>
        <p:spPr>
          <a:xfrm>
            <a:off x="628650" y="273844"/>
            <a:ext cx="7886700" cy="994172"/>
          </a:xfrm>
          <a:prstGeom prst="rect">
            <a:avLst/>
          </a:prstGeom>
          <a:noFill/>
          <a:ln>
            <a:noFill/>
          </a:ln>
        </p:spPr>
        <p:txBody>
          <a:bodyPr anchorCtr="0" anchor="ctr" bIns="11425" lIns="22850" spcFirstLastPara="1" rIns="22850" wrap="square" tIns="11425">
            <a:normAutofit/>
          </a:bodyPr>
          <a:lstStyle>
            <a:lvl1pPr lvl="0" algn="l">
              <a:lnSpc>
                <a:spcPct val="90000"/>
              </a:lnSpc>
              <a:spcBef>
                <a:spcPts val="0"/>
              </a:spcBef>
              <a:spcAft>
                <a:spcPts val="0"/>
              </a:spcAft>
              <a:buClr>
                <a:schemeClr val="dk1"/>
              </a:buClr>
              <a:buSzPts val="500"/>
              <a:buNone/>
              <a:defRPr/>
            </a:lvl1pPr>
            <a:lvl2pPr lvl="1">
              <a:spcBef>
                <a:spcPts val="0"/>
              </a:spcBef>
              <a:spcAft>
                <a:spcPts val="0"/>
              </a:spcAft>
              <a:buSzPts val="400"/>
              <a:buNone/>
              <a:defRPr/>
            </a:lvl2pPr>
            <a:lvl3pPr lvl="2">
              <a:spcBef>
                <a:spcPts val="0"/>
              </a:spcBef>
              <a:spcAft>
                <a:spcPts val="0"/>
              </a:spcAft>
              <a:buSzPts val="400"/>
              <a:buNone/>
              <a:defRPr/>
            </a:lvl3pPr>
            <a:lvl4pPr lvl="3">
              <a:spcBef>
                <a:spcPts val="0"/>
              </a:spcBef>
              <a:spcAft>
                <a:spcPts val="0"/>
              </a:spcAft>
              <a:buSzPts val="400"/>
              <a:buNone/>
              <a:defRPr/>
            </a:lvl4pPr>
            <a:lvl5pPr lvl="4">
              <a:spcBef>
                <a:spcPts val="0"/>
              </a:spcBef>
              <a:spcAft>
                <a:spcPts val="0"/>
              </a:spcAft>
              <a:buSzPts val="400"/>
              <a:buNone/>
              <a:defRPr/>
            </a:lvl5pPr>
            <a:lvl6pPr lvl="5">
              <a:spcBef>
                <a:spcPts val="0"/>
              </a:spcBef>
              <a:spcAft>
                <a:spcPts val="0"/>
              </a:spcAft>
              <a:buSzPts val="400"/>
              <a:buNone/>
              <a:defRPr/>
            </a:lvl6pPr>
            <a:lvl7pPr lvl="6">
              <a:spcBef>
                <a:spcPts val="0"/>
              </a:spcBef>
              <a:spcAft>
                <a:spcPts val="0"/>
              </a:spcAft>
              <a:buSzPts val="400"/>
              <a:buNone/>
              <a:defRPr/>
            </a:lvl7pPr>
            <a:lvl8pPr lvl="7">
              <a:spcBef>
                <a:spcPts val="0"/>
              </a:spcBef>
              <a:spcAft>
                <a:spcPts val="0"/>
              </a:spcAft>
              <a:buSzPts val="400"/>
              <a:buNone/>
              <a:defRPr/>
            </a:lvl8pPr>
            <a:lvl9pPr lvl="8">
              <a:spcBef>
                <a:spcPts val="0"/>
              </a:spcBef>
              <a:spcAft>
                <a:spcPts val="0"/>
              </a:spcAft>
              <a:buSzPts val="400"/>
              <a:buNone/>
              <a:defRPr/>
            </a:lvl9pPr>
          </a:lstStyle>
          <a:p/>
        </p:txBody>
      </p:sp>
      <p:sp>
        <p:nvSpPr>
          <p:cNvPr id="79" name="Google Shape;79;p18"/>
          <p:cNvSpPr txBox="1"/>
          <p:nvPr>
            <p:ph idx="1" type="body"/>
          </p:nvPr>
        </p:nvSpPr>
        <p:spPr>
          <a:xfrm>
            <a:off x="628650" y="1369219"/>
            <a:ext cx="3886200" cy="3263504"/>
          </a:xfrm>
          <a:prstGeom prst="rect">
            <a:avLst/>
          </a:prstGeom>
          <a:noFill/>
          <a:ln>
            <a:noFill/>
          </a:ln>
        </p:spPr>
        <p:txBody>
          <a:bodyPr anchorCtr="0" anchor="t" bIns="11425" lIns="22850" spcFirstLastPara="1" rIns="22850" wrap="square" tIns="11425">
            <a:normAutofit/>
          </a:bodyPr>
          <a:lstStyle>
            <a:lvl1pPr indent="-260350" lvl="0" marL="457200" algn="l">
              <a:lnSpc>
                <a:spcPct val="90000"/>
              </a:lnSpc>
              <a:spcBef>
                <a:spcPts val="800"/>
              </a:spcBef>
              <a:spcAft>
                <a:spcPts val="0"/>
              </a:spcAft>
              <a:buClr>
                <a:schemeClr val="dk1"/>
              </a:buClr>
              <a:buSzPts val="500"/>
              <a:buChar char="•"/>
              <a:defRPr/>
            </a:lvl1pPr>
            <a:lvl2pPr indent="-260350" lvl="1" marL="914400" algn="l">
              <a:lnSpc>
                <a:spcPct val="90000"/>
              </a:lnSpc>
              <a:spcBef>
                <a:spcPts val="400"/>
              </a:spcBef>
              <a:spcAft>
                <a:spcPts val="0"/>
              </a:spcAft>
              <a:buClr>
                <a:schemeClr val="dk1"/>
              </a:buClr>
              <a:buSzPts val="500"/>
              <a:buChar char="•"/>
              <a:defRPr/>
            </a:lvl2pPr>
            <a:lvl3pPr indent="-260350" lvl="2" marL="1371600" algn="l">
              <a:lnSpc>
                <a:spcPct val="90000"/>
              </a:lnSpc>
              <a:spcBef>
                <a:spcPts val="400"/>
              </a:spcBef>
              <a:spcAft>
                <a:spcPts val="0"/>
              </a:spcAft>
              <a:buClr>
                <a:schemeClr val="dk1"/>
              </a:buClr>
              <a:buSzPts val="500"/>
              <a:buChar char="•"/>
              <a:defRPr/>
            </a:lvl3pPr>
            <a:lvl4pPr indent="-260350" lvl="3" marL="1828800" algn="l">
              <a:lnSpc>
                <a:spcPct val="90000"/>
              </a:lnSpc>
              <a:spcBef>
                <a:spcPts val="400"/>
              </a:spcBef>
              <a:spcAft>
                <a:spcPts val="0"/>
              </a:spcAft>
              <a:buClr>
                <a:schemeClr val="dk1"/>
              </a:buClr>
              <a:buSzPts val="500"/>
              <a:buChar char="•"/>
              <a:defRPr/>
            </a:lvl4pPr>
            <a:lvl5pPr indent="-260350" lvl="4" marL="2286000" algn="l">
              <a:lnSpc>
                <a:spcPct val="90000"/>
              </a:lnSpc>
              <a:spcBef>
                <a:spcPts val="400"/>
              </a:spcBef>
              <a:spcAft>
                <a:spcPts val="0"/>
              </a:spcAft>
              <a:buClr>
                <a:schemeClr val="dk1"/>
              </a:buClr>
              <a:buSzPts val="500"/>
              <a:buChar char="•"/>
              <a:defRPr/>
            </a:lvl5pPr>
            <a:lvl6pPr indent="-260350" lvl="5" marL="2743200" algn="l">
              <a:lnSpc>
                <a:spcPct val="90000"/>
              </a:lnSpc>
              <a:spcBef>
                <a:spcPts val="400"/>
              </a:spcBef>
              <a:spcAft>
                <a:spcPts val="0"/>
              </a:spcAft>
              <a:buClr>
                <a:schemeClr val="dk1"/>
              </a:buClr>
              <a:buSzPts val="500"/>
              <a:buChar char="•"/>
              <a:defRPr/>
            </a:lvl6pPr>
            <a:lvl7pPr indent="-260350" lvl="6" marL="3200400" algn="l">
              <a:lnSpc>
                <a:spcPct val="90000"/>
              </a:lnSpc>
              <a:spcBef>
                <a:spcPts val="400"/>
              </a:spcBef>
              <a:spcAft>
                <a:spcPts val="0"/>
              </a:spcAft>
              <a:buClr>
                <a:schemeClr val="dk1"/>
              </a:buClr>
              <a:buSzPts val="500"/>
              <a:buChar char="•"/>
              <a:defRPr/>
            </a:lvl7pPr>
            <a:lvl8pPr indent="-260350" lvl="7" marL="3657600" algn="l">
              <a:lnSpc>
                <a:spcPct val="90000"/>
              </a:lnSpc>
              <a:spcBef>
                <a:spcPts val="400"/>
              </a:spcBef>
              <a:spcAft>
                <a:spcPts val="0"/>
              </a:spcAft>
              <a:buClr>
                <a:schemeClr val="dk1"/>
              </a:buClr>
              <a:buSzPts val="500"/>
              <a:buChar char="•"/>
              <a:defRPr/>
            </a:lvl8pPr>
            <a:lvl9pPr indent="-260350" lvl="8" marL="4114800" algn="l">
              <a:lnSpc>
                <a:spcPct val="90000"/>
              </a:lnSpc>
              <a:spcBef>
                <a:spcPts val="400"/>
              </a:spcBef>
              <a:spcAft>
                <a:spcPts val="0"/>
              </a:spcAft>
              <a:buClr>
                <a:schemeClr val="dk1"/>
              </a:buClr>
              <a:buSzPts val="500"/>
              <a:buChar char="•"/>
              <a:defRPr/>
            </a:lvl9pPr>
          </a:lstStyle>
          <a:p/>
        </p:txBody>
      </p:sp>
      <p:sp>
        <p:nvSpPr>
          <p:cNvPr id="80" name="Google Shape;80;p18"/>
          <p:cNvSpPr txBox="1"/>
          <p:nvPr>
            <p:ph idx="2" type="body"/>
          </p:nvPr>
        </p:nvSpPr>
        <p:spPr>
          <a:xfrm>
            <a:off x="4629150" y="1369219"/>
            <a:ext cx="3886200" cy="3263504"/>
          </a:xfrm>
          <a:prstGeom prst="rect">
            <a:avLst/>
          </a:prstGeom>
          <a:noFill/>
          <a:ln>
            <a:noFill/>
          </a:ln>
        </p:spPr>
        <p:txBody>
          <a:bodyPr anchorCtr="0" anchor="t" bIns="11425" lIns="22850" spcFirstLastPara="1" rIns="22850" wrap="square" tIns="11425">
            <a:normAutofit/>
          </a:bodyPr>
          <a:lstStyle>
            <a:lvl1pPr indent="-260350" lvl="0" marL="457200" algn="l">
              <a:lnSpc>
                <a:spcPct val="90000"/>
              </a:lnSpc>
              <a:spcBef>
                <a:spcPts val="800"/>
              </a:spcBef>
              <a:spcAft>
                <a:spcPts val="0"/>
              </a:spcAft>
              <a:buClr>
                <a:schemeClr val="dk1"/>
              </a:buClr>
              <a:buSzPts val="500"/>
              <a:buChar char="•"/>
              <a:defRPr/>
            </a:lvl1pPr>
            <a:lvl2pPr indent="-260350" lvl="1" marL="914400" algn="l">
              <a:lnSpc>
                <a:spcPct val="90000"/>
              </a:lnSpc>
              <a:spcBef>
                <a:spcPts val="400"/>
              </a:spcBef>
              <a:spcAft>
                <a:spcPts val="0"/>
              </a:spcAft>
              <a:buClr>
                <a:schemeClr val="dk1"/>
              </a:buClr>
              <a:buSzPts val="500"/>
              <a:buChar char="•"/>
              <a:defRPr/>
            </a:lvl2pPr>
            <a:lvl3pPr indent="-260350" lvl="2" marL="1371600" algn="l">
              <a:lnSpc>
                <a:spcPct val="90000"/>
              </a:lnSpc>
              <a:spcBef>
                <a:spcPts val="400"/>
              </a:spcBef>
              <a:spcAft>
                <a:spcPts val="0"/>
              </a:spcAft>
              <a:buClr>
                <a:schemeClr val="dk1"/>
              </a:buClr>
              <a:buSzPts val="500"/>
              <a:buChar char="•"/>
              <a:defRPr/>
            </a:lvl3pPr>
            <a:lvl4pPr indent="-260350" lvl="3" marL="1828800" algn="l">
              <a:lnSpc>
                <a:spcPct val="90000"/>
              </a:lnSpc>
              <a:spcBef>
                <a:spcPts val="400"/>
              </a:spcBef>
              <a:spcAft>
                <a:spcPts val="0"/>
              </a:spcAft>
              <a:buClr>
                <a:schemeClr val="dk1"/>
              </a:buClr>
              <a:buSzPts val="500"/>
              <a:buChar char="•"/>
              <a:defRPr/>
            </a:lvl4pPr>
            <a:lvl5pPr indent="-260350" lvl="4" marL="2286000" algn="l">
              <a:lnSpc>
                <a:spcPct val="90000"/>
              </a:lnSpc>
              <a:spcBef>
                <a:spcPts val="400"/>
              </a:spcBef>
              <a:spcAft>
                <a:spcPts val="0"/>
              </a:spcAft>
              <a:buClr>
                <a:schemeClr val="dk1"/>
              </a:buClr>
              <a:buSzPts val="500"/>
              <a:buChar char="•"/>
              <a:defRPr/>
            </a:lvl5pPr>
            <a:lvl6pPr indent="-260350" lvl="5" marL="2743200" algn="l">
              <a:lnSpc>
                <a:spcPct val="90000"/>
              </a:lnSpc>
              <a:spcBef>
                <a:spcPts val="400"/>
              </a:spcBef>
              <a:spcAft>
                <a:spcPts val="0"/>
              </a:spcAft>
              <a:buClr>
                <a:schemeClr val="dk1"/>
              </a:buClr>
              <a:buSzPts val="500"/>
              <a:buChar char="•"/>
              <a:defRPr/>
            </a:lvl6pPr>
            <a:lvl7pPr indent="-260350" lvl="6" marL="3200400" algn="l">
              <a:lnSpc>
                <a:spcPct val="90000"/>
              </a:lnSpc>
              <a:spcBef>
                <a:spcPts val="400"/>
              </a:spcBef>
              <a:spcAft>
                <a:spcPts val="0"/>
              </a:spcAft>
              <a:buClr>
                <a:schemeClr val="dk1"/>
              </a:buClr>
              <a:buSzPts val="500"/>
              <a:buChar char="•"/>
              <a:defRPr/>
            </a:lvl7pPr>
            <a:lvl8pPr indent="-260350" lvl="7" marL="3657600" algn="l">
              <a:lnSpc>
                <a:spcPct val="90000"/>
              </a:lnSpc>
              <a:spcBef>
                <a:spcPts val="400"/>
              </a:spcBef>
              <a:spcAft>
                <a:spcPts val="0"/>
              </a:spcAft>
              <a:buClr>
                <a:schemeClr val="dk1"/>
              </a:buClr>
              <a:buSzPts val="500"/>
              <a:buChar char="•"/>
              <a:defRPr/>
            </a:lvl8pPr>
            <a:lvl9pPr indent="-260350" lvl="8" marL="4114800" algn="l">
              <a:lnSpc>
                <a:spcPct val="90000"/>
              </a:lnSpc>
              <a:spcBef>
                <a:spcPts val="400"/>
              </a:spcBef>
              <a:spcAft>
                <a:spcPts val="0"/>
              </a:spcAft>
              <a:buClr>
                <a:schemeClr val="dk1"/>
              </a:buClr>
              <a:buSzPts val="500"/>
              <a:buChar char="•"/>
              <a:defRPr/>
            </a:lvl9pPr>
          </a:lstStyle>
          <a:p/>
        </p:txBody>
      </p:sp>
      <p:sp>
        <p:nvSpPr>
          <p:cNvPr id="81" name="Google Shape;81;p18"/>
          <p:cNvSpPr txBox="1"/>
          <p:nvPr>
            <p:ph idx="10" type="dt"/>
          </p:nvPr>
        </p:nvSpPr>
        <p:spPr>
          <a:xfrm>
            <a:off x="628650" y="4767263"/>
            <a:ext cx="2057400" cy="273844"/>
          </a:xfrm>
          <a:prstGeom prst="rect">
            <a:avLst/>
          </a:prstGeom>
          <a:noFill/>
          <a:ln>
            <a:noFill/>
          </a:ln>
        </p:spPr>
        <p:txBody>
          <a:bodyPr anchorCtr="0" anchor="ctr" bIns="11425" lIns="22850" spcFirstLastPara="1" rIns="22850" wrap="square" tIns="11425">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82" name="Google Shape;82;p18"/>
          <p:cNvSpPr txBox="1"/>
          <p:nvPr>
            <p:ph idx="11" type="ftr"/>
          </p:nvPr>
        </p:nvSpPr>
        <p:spPr>
          <a:xfrm>
            <a:off x="3028950" y="4767263"/>
            <a:ext cx="3086100" cy="273844"/>
          </a:xfrm>
          <a:prstGeom prst="rect">
            <a:avLst/>
          </a:prstGeom>
          <a:noFill/>
          <a:ln>
            <a:noFill/>
          </a:ln>
        </p:spPr>
        <p:txBody>
          <a:bodyPr anchorCtr="0" anchor="ctr" bIns="11425" lIns="22850" spcFirstLastPara="1" rIns="22850" wrap="square" tIns="11425">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83" name="Google Shape;83;p18"/>
          <p:cNvSpPr txBox="1"/>
          <p:nvPr>
            <p:ph idx="12" type="sldNum"/>
          </p:nvPr>
        </p:nvSpPr>
        <p:spPr>
          <a:xfrm>
            <a:off x="6457950" y="4767263"/>
            <a:ext cx="2057400" cy="273844"/>
          </a:xfrm>
          <a:prstGeom prst="rect">
            <a:avLst/>
          </a:prstGeom>
          <a:noFill/>
          <a:ln>
            <a:noFill/>
          </a:ln>
        </p:spPr>
        <p:txBody>
          <a:bodyPr anchorCtr="0" anchor="ctr" bIns="11425" lIns="22850" spcFirstLastPara="1" rIns="22850" wrap="square" tIns="11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ransition spd="slow">
    <p:fade thruBlk="1"/>
  </p:transition>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4" name="Shape 84"/>
        <p:cNvGrpSpPr/>
        <p:nvPr/>
      </p:nvGrpSpPr>
      <p:grpSpPr>
        <a:xfrm>
          <a:off x="0" y="0"/>
          <a:ext cx="0" cy="0"/>
          <a:chOff x="0" y="0"/>
          <a:chExt cx="0" cy="0"/>
        </a:xfrm>
      </p:grpSpPr>
      <p:sp>
        <p:nvSpPr>
          <p:cNvPr id="85" name="Google Shape;85;p19"/>
          <p:cNvSpPr txBox="1"/>
          <p:nvPr>
            <p:ph type="title"/>
          </p:nvPr>
        </p:nvSpPr>
        <p:spPr>
          <a:xfrm>
            <a:off x="629841" y="273844"/>
            <a:ext cx="7886700" cy="994172"/>
          </a:xfrm>
          <a:prstGeom prst="rect">
            <a:avLst/>
          </a:prstGeom>
          <a:noFill/>
          <a:ln>
            <a:noFill/>
          </a:ln>
        </p:spPr>
        <p:txBody>
          <a:bodyPr anchorCtr="0" anchor="ctr" bIns="11425" lIns="22850" spcFirstLastPara="1" rIns="22850" wrap="square" tIns="11425">
            <a:normAutofit/>
          </a:bodyPr>
          <a:lstStyle>
            <a:lvl1pPr lvl="0" algn="l">
              <a:lnSpc>
                <a:spcPct val="90000"/>
              </a:lnSpc>
              <a:spcBef>
                <a:spcPts val="0"/>
              </a:spcBef>
              <a:spcAft>
                <a:spcPts val="0"/>
              </a:spcAft>
              <a:buClr>
                <a:schemeClr val="dk1"/>
              </a:buClr>
              <a:buSzPts val="500"/>
              <a:buNone/>
              <a:defRPr/>
            </a:lvl1pPr>
            <a:lvl2pPr lvl="1">
              <a:spcBef>
                <a:spcPts val="0"/>
              </a:spcBef>
              <a:spcAft>
                <a:spcPts val="0"/>
              </a:spcAft>
              <a:buSzPts val="400"/>
              <a:buNone/>
              <a:defRPr/>
            </a:lvl2pPr>
            <a:lvl3pPr lvl="2">
              <a:spcBef>
                <a:spcPts val="0"/>
              </a:spcBef>
              <a:spcAft>
                <a:spcPts val="0"/>
              </a:spcAft>
              <a:buSzPts val="400"/>
              <a:buNone/>
              <a:defRPr/>
            </a:lvl3pPr>
            <a:lvl4pPr lvl="3">
              <a:spcBef>
                <a:spcPts val="0"/>
              </a:spcBef>
              <a:spcAft>
                <a:spcPts val="0"/>
              </a:spcAft>
              <a:buSzPts val="400"/>
              <a:buNone/>
              <a:defRPr/>
            </a:lvl4pPr>
            <a:lvl5pPr lvl="4">
              <a:spcBef>
                <a:spcPts val="0"/>
              </a:spcBef>
              <a:spcAft>
                <a:spcPts val="0"/>
              </a:spcAft>
              <a:buSzPts val="400"/>
              <a:buNone/>
              <a:defRPr/>
            </a:lvl5pPr>
            <a:lvl6pPr lvl="5">
              <a:spcBef>
                <a:spcPts val="0"/>
              </a:spcBef>
              <a:spcAft>
                <a:spcPts val="0"/>
              </a:spcAft>
              <a:buSzPts val="400"/>
              <a:buNone/>
              <a:defRPr/>
            </a:lvl6pPr>
            <a:lvl7pPr lvl="6">
              <a:spcBef>
                <a:spcPts val="0"/>
              </a:spcBef>
              <a:spcAft>
                <a:spcPts val="0"/>
              </a:spcAft>
              <a:buSzPts val="400"/>
              <a:buNone/>
              <a:defRPr/>
            </a:lvl7pPr>
            <a:lvl8pPr lvl="7">
              <a:spcBef>
                <a:spcPts val="0"/>
              </a:spcBef>
              <a:spcAft>
                <a:spcPts val="0"/>
              </a:spcAft>
              <a:buSzPts val="400"/>
              <a:buNone/>
              <a:defRPr/>
            </a:lvl8pPr>
            <a:lvl9pPr lvl="8">
              <a:spcBef>
                <a:spcPts val="0"/>
              </a:spcBef>
              <a:spcAft>
                <a:spcPts val="0"/>
              </a:spcAft>
              <a:buSzPts val="400"/>
              <a:buNone/>
              <a:defRPr/>
            </a:lvl9pPr>
          </a:lstStyle>
          <a:p/>
        </p:txBody>
      </p:sp>
      <p:sp>
        <p:nvSpPr>
          <p:cNvPr id="86" name="Google Shape;86;p19"/>
          <p:cNvSpPr txBox="1"/>
          <p:nvPr>
            <p:ph idx="1" type="body"/>
          </p:nvPr>
        </p:nvSpPr>
        <p:spPr>
          <a:xfrm>
            <a:off x="629842" y="1260872"/>
            <a:ext cx="3868340" cy="617934"/>
          </a:xfrm>
          <a:prstGeom prst="rect">
            <a:avLst/>
          </a:prstGeom>
          <a:noFill/>
          <a:ln>
            <a:noFill/>
          </a:ln>
        </p:spPr>
        <p:txBody>
          <a:bodyPr anchorCtr="0" anchor="b" bIns="11425" lIns="22850" spcFirstLastPara="1" rIns="22850" wrap="square" tIns="1142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7" name="Google Shape;87;p19"/>
          <p:cNvSpPr txBox="1"/>
          <p:nvPr>
            <p:ph idx="2" type="body"/>
          </p:nvPr>
        </p:nvSpPr>
        <p:spPr>
          <a:xfrm>
            <a:off x="629842" y="1878806"/>
            <a:ext cx="3868340" cy="2763441"/>
          </a:xfrm>
          <a:prstGeom prst="rect">
            <a:avLst/>
          </a:prstGeom>
          <a:noFill/>
          <a:ln>
            <a:noFill/>
          </a:ln>
        </p:spPr>
        <p:txBody>
          <a:bodyPr anchorCtr="0" anchor="t" bIns="11425" lIns="22850" spcFirstLastPara="1" rIns="22850" wrap="square" tIns="11425">
            <a:normAutofit/>
          </a:bodyPr>
          <a:lstStyle>
            <a:lvl1pPr indent="-260350" lvl="0" marL="457200" algn="l">
              <a:lnSpc>
                <a:spcPct val="90000"/>
              </a:lnSpc>
              <a:spcBef>
                <a:spcPts val="800"/>
              </a:spcBef>
              <a:spcAft>
                <a:spcPts val="0"/>
              </a:spcAft>
              <a:buClr>
                <a:schemeClr val="dk1"/>
              </a:buClr>
              <a:buSzPts val="500"/>
              <a:buChar char="•"/>
              <a:defRPr/>
            </a:lvl1pPr>
            <a:lvl2pPr indent="-260350" lvl="1" marL="914400" algn="l">
              <a:lnSpc>
                <a:spcPct val="90000"/>
              </a:lnSpc>
              <a:spcBef>
                <a:spcPts val="400"/>
              </a:spcBef>
              <a:spcAft>
                <a:spcPts val="0"/>
              </a:spcAft>
              <a:buClr>
                <a:schemeClr val="dk1"/>
              </a:buClr>
              <a:buSzPts val="500"/>
              <a:buChar char="•"/>
              <a:defRPr/>
            </a:lvl2pPr>
            <a:lvl3pPr indent="-260350" lvl="2" marL="1371600" algn="l">
              <a:lnSpc>
                <a:spcPct val="90000"/>
              </a:lnSpc>
              <a:spcBef>
                <a:spcPts val="400"/>
              </a:spcBef>
              <a:spcAft>
                <a:spcPts val="0"/>
              </a:spcAft>
              <a:buClr>
                <a:schemeClr val="dk1"/>
              </a:buClr>
              <a:buSzPts val="500"/>
              <a:buChar char="•"/>
              <a:defRPr/>
            </a:lvl3pPr>
            <a:lvl4pPr indent="-260350" lvl="3" marL="1828800" algn="l">
              <a:lnSpc>
                <a:spcPct val="90000"/>
              </a:lnSpc>
              <a:spcBef>
                <a:spcPts val="400"/>
              </a:spcBef>
              <a:spcAft>
                <a:spcPts val="0"/>
              </a:spcAft>
              <a:buClr>
                <a:schemeClr val="dk1"/>
              </a:buClr>
              <a:buSzPts val="500"/>
              <a:buChar char="•"/>
              <a:defRPr/>
            </a:lvl4pPr>
            <a:lvl5pPr indent="-260350" lvl="4" marL="2286000" algn="l">
              <a:lnSpc>
                <a:spcPct val="90000"/>
              </a:lnSpc>
              <a:spcBef>
                <a:spcPts val="400"/>
              </a:spcBef>
              <a:spcAft>
                <a:spcPts val="0"/>
              </a:spcAft>
              <a:buClr>
                <a:schemeClr val="dk1"/>
              </a:buClr>
              <a:buSzPts val="500"/>
              <a:buChar char="•"/>
              <a:defRPr/>
            </a:lvl5pPr>
            <a:lvl6pPr indent="-260350" lvl="5" marL="2743200" algn="l">
              <a:lnSpc>
                <a:spcPct val="90000"/>
              </a:lnSpc>
              <a:spcBef>
                <a:spcPts val="400"/>
              </a:spcBef>
              <a:spcAft>
                <a:spcPts val="0"/>
              </a:spcAft>
              <a:buClr>
                <a:schemeClr val="dk1"/>
              </a:buClr>
              <a:buSzPts val="500"/>
              <a:buChar char="•"/>
              <a:defRPr/>
            </a:lvl6pPr>
            <a:lvl7pPr indent="-260350" lvl="6" marL="3200400" algn="l">
              <a:lnSpc>
                <a:spcPct val="90000"/>
              </a:lnSpc>
              <a:spcBef>
                <a:spcPts val="400"/>
              </a:spcBef>
              <a:spcAft>
                <a:spcPts val="0"/>
              </a:spcAft>
              <a:buClr>
                <a:schemeClr val="dk1"/>
              </a:buClr>
              <a:buSzPts val="500"/>
              <a:buChar char="•"/>
              <a:defRPr/>
            </a:lvl7pPr>
            <a:lvl8pPr indent="-260350" lvl="7" marL="3657600" algn="l">
              <a:lnSpc>
                <a:spcPct val="90000"/>
              </a:lnSpc>
              <a:spcBef>
                <a:spcPts val="400"/>
              </a:spcBef>
              <a:spcAft>
                <a:spcPts val="0"/>
              </a:spcAft>
              <a:buClr>
                <a:schemeClr val="dk1"/>
              </a:buClr>
              <a:buSzPts val="500"/>
              <a:buChar char="•"/>
              <a:defRPr/>
            </a:lvl8pPr>
            <a:lvl9pPr indent="-260350" lvl="8" marL="4114800" algn="l">
              <a:lnSpc>
                <a:spcPct val="90000"/>
              </a:lnSpc>
              <a:spcBef>
                <a:spcPts val="400"/>
              </a:spcBef>
              <a:spcAft>
                <a:spcPts val="0"/>
              </a:spcAft>
              <a:buClr>
                <a:schemeClr val="dk1"/>
              </a:buClr>
              <a:buSzPts val="500"/>
              <a:buChar char="•"/>
              <a:defRPr/>
            </a:lvl9pPr>
          </a:lstStyle>
          <a:p/>
        </p:txBody>
      </p:sp>
      <p:sp>
        <p:nvSpPr>
          <p:cNvPr id="88" name="Google Shape;88;p19"/>
          <p:cNvSpPr txBox="1"/>
          <p:nvPr>
            <p:ph idx="3" type="body"/>
          </p:nvPr>
        </p:nvSpPr>
        <p:spPr>
          <a:xfrm>
            <a:off x="4629150" y="1260872"/>
            <a:ext cx="3887391" cy="617934"/>
          </a:xfrm>
          <a:prstGeom prst="rect">
            <a:avLst/>
          </a:prstGeom>
          <a:noFill/>
          <a:ln>
            <a:noFill/>
          </a:ln>
        </p:spPr>
        <p:txBody>
          <a:bodyPr anchorCtr="0" anchor="b" bIns="11425" lIns="22850" spcFirstLastPara="1" rIns="22850" wrap="square" tIns="1142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9" name="Google Shape;89;p19"/>
          <p:cNvSpPr txBox="1"/>
          <p:nvPr>
            <p:ph idx="4" type="body"/>
          </p:nvPr>
        </p:nvSpPr>
        <p:spPr>
          <a:xfrm>
            <a:off x="4629150" y="1878806"/>
            <a:ext cx="3887391" cy="2763441"/>
          </a:xfrm>
          <a:prstGeom prst="rect">
            <a:avLst/>
          </a:prstGeom>
          <a:noFill/>
          <a:ln>
            <a:noFill/>
          </a:ln>
        </p:spPr>
        <p:txBody>
          <a:bodyPr anchorCtr="0" anchor="t" bIns="11425" lIns="22850" spcFirstLastPara="1" rIns="22850" wrap="square" tIns="11425">
            <a:normAutofit/>
          </a:bodyPr>
          <a:lstStyle>
            <a:lvl1pPr indent="-260350" lvl="0" marL="457200" algn="l">
              <a:lnSpc>
                <a:spcPct val="90000"/>
              </a:lnSpc>
              <a:spcBef>
                <a:spcPts val="800"/>
              </a:spcBef>
              <a:spcAft>
                <a:spcPts val="0"/>
              </a:spcAft>
              <a:buClr>
                <a:schemeClr val="dk1"/>
              </a:buClr>
              <a:buSzPts val="500"/>
              <a:buChar char="•"/>
              <a:defRPr/>
            </a:lvl1pPr>
            <a:lvl2pPr indent="-260350" lvl="1" marL="914400" algn="l">
              <a:lnSpc>
                <a:spcPct val="90000"/>
              </a:lnSpc>
              <a:spcBef>
                <a:spcPts val="400"/>
              </a:spcBef>
              <a:spcAft>
                <a:spcPts val="0"/>
              </a:spcAft>
              <a:buClr>
                <a:schemeClr val="dk1"/>
              </a:buClr>
              <a:buSzPts val="500"/>
              <a:buChar char="•"/>
              <a:defRPr/>
            </a:lvl2pPr>
            <a:lvl3pPr indent="-260350" lvl="2" marL="1371600" algn="l">
              <a:lnSpc>
                <a:spcPct val="90000"/>
              </a:lnSpc>
              <a:spcBef>
                <a:spcPts val="400"/>
              </a:spcBef>
              <a:spcAft>
                <a:spcPts val="0"/>
              </a:spcAft>
              <a:buClr>
                <a:schemeClr val="dk1"/>
              </a:buClr>
              <a:buSzPts val="500"/>
              <a:buChar char="•"/>
              <a:defRPr/>
            </a:lvl3pPr>
            <a:lvl4pPr indent="-260350" lvl="3" marL="1828800" algn="l">
              <a:lnSpc>
                <a:spcPct val="90000"/>
              </a:lnSpc>
              <a:spcBef>
                <a:spcPts val="400"/>
              </a:spcBef>
              <a:spcAft>
                <a:spcPts val="0"/>
              </a:spcAft>
              <a:buClr>
                <a:schemeClr val="dk1"/>
              </a:buClr>
              <a:buSzPts val="500"/>
              <a:buChar char="•"/>
              <a:defRPr/>
            </a:lvl4pPr>
            <a:lvl5pPr indent="-260350" lvl="4" marL="2286000" algn="l">
              <a:lnSpc>
                <a:spcPct val="90000"/>
              </a:lnSpc>
              <a:spcBef>
                <a:spcPts val="400"/>
              </a:spcBef>
              <a:spcAft>
                <a:spcPts val="0"/>
              </a:spcAft>
              <a:buClr>
                <a:schemeClr val="dk1"/>
              </a:buClr>
              <a:buSzPts val="500"/>
              <a:buChar char="•"/>
              <a:defRPr/>
            </a:lvl5pPr>
            <a:lvl6pPr indent="-260350" lvl="5" marL="2743200" algn="l">
              <a:lnSpc>
                <a:spcPct val="90000"/>
              </a:lnSpc>
              <a:spcBef>
                <a:spcPts val="400"/>
              </a:spcBef>
              <a:spcAft>
                <a:spcPts val="0"/>
              </a:spcAft>
              <a:buClr>
                <a:schemeClr val="dk1"/>
              </a:buClr>
              <a:buSzPts val="500"/>
              <a:buChar char="•"/>
              <a:defRPr/>
            </a:lvl6pPr>
            <a:lvl7pPr indent="-260350" lvl="6" marL="3200400" algn="l">
              <a:lnSpc>
                <a:spcPct val="90000"/>
              </a:lnSpc>
              <a:spcBef>
                <a:spcPts val="400"/>
              </a:spcBef>
              <a:spcAft>
                <a:spcPts val="0"/>
              </a:spcAft>
              <a:buClr>
                <a:schemeClr val="dk1"/>
              </a:buClr>
              <a:buSzPts val="500"/>
              <a:buChar char="•"/>
              <a:defRPr/>
            </a:lvl7pPr>
            <a:lvl8pPr indent="-260350" lvl="7" marL="3657600" algn="l">
              <a:lnSpc>
                <a:spcPct val="90000"/>
              </a:lnSpc>
              <a:spcBef>
                <a:spcPts val="400"/>
              </a:spcBef>
              <a:spcAft>
                <a:spcPts val="0"/>
              </a:spcAft>
              <a:buClr>
                <a:schemeClr val="dk1"/>
              </a:buClr>
              <a:buSzPts val="500"/>
              <a:buChar char="•"/>
              <a:defRPr/>
            </a:lvl8pPr>
            <a:lvl9pPr indent="-260350" lvl="8" marL="4114800" algn="l">
              <a:lnSpc>
                <a:spcPct val="90000"/>
              </a:lnSpc>
              <a:spcBef>
                <a:spcPts val="400"/>
              </a:spcBef>
              <a:spcAft>
                <a:spcPts val="0"/>
              </a:spcAft>
              <a:buClr>
                <a:schemeClr val="dk1"/>
              </a:buClr>
              <a:buSzPts val="500"/>
              <a:buChar char="•"/>
              <a:defRPr/>
            </a:lvl9pPr>
          </a:lstStyle>
          <a:p/>
        </p:txBody>
      </p:sp>
      <p:sp>
        <p:nvSpPr>
          <p:cNvPr id="90" name="Google Shape;90;p19"/>
          <p:cNvSpPr txBox="1"/>
          <p:nvPr>
            <p:ph idx="10" type="dt"/>
          </p:nvPr>
        </p:nvSpPr>
        <p:spPr>
          <a:xfrm>
            <a:off x="628650" y="4767263"/>
            <a:ext cx="2057400" cy="273844"/>
          </a:xfrm>
          <a:prstGeom prst="rect">
            <a:avLst/>
          </a:prstGeom>
          <a:noFill/>
          <a:ln>
            <a:noFill/>
          </a:ln>
        </p:spPr>
        <p:txBody>
          <a:bodyPr anchorCtr="0" anchor="ctr" bIns="11425" lIns="22850" spcFirstLastPara="1" rIns="22850" wrap="square" tIns="11425">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91" name="Google Shape;91;p19"/>
          <p:cNvSpPr txBox="1"/>
          <p:nvPr>
            <p:ph idx="11" type="ftr"/>
          </p:nvPr>
        </p:nvSpPr>
        <p:spPr>
          <a:xfrm>
            <a:off x="3028950" y="4767263"/>
            <a:ext cx="3086100" cy="273844"/>
          </a:xfrm>
          <a:prstGeom prst="rect">
            <a:avLst/>
          </a:prstGeom>
          <a:noFill/>
          <a:ln>
            <a:noFill/>
          </a:ln>
        </p:spPr>
        <p:txBody>
          <a:bodyPr anchorCtr="0" anchor="ctr" bIns="11425" lIns="22850" spcFirstLastPara="1" rIns="22850" wrap="square" tIns="11425">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92" name="Google Shape;92;p19"/>
          <p:cNvSpPr txBox="1"/>
          <p:nvPr>
            <p:ph idx="12" type="sldNum"/>
          </p:nvPr>
        </p:nvSpPr>
        <p:spPr>
          <a:xfrm>
            <a:off x="6457950" y="4767263"/>
            <a:ext cx="2057400" cy="273844"/>
          </a:xfrm>
          <a:prstGeom prst="rect">
            <a:avLst/>
          </a:prstGeom>
          <a:noFill/>
          <a:ln>
            <a:noFill/>
          </a:ln>
        </p:spPr>
        <p:txBody>
          <a:bodyPr anchorCtr="0" anchor="ctr" bIns="11425" lIns="22850" spcFirstLastPara="1" rIns="22850" wrap="square" tIns="11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ransition spd="slow">
    <p:fade thruBlk="1"/>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3" name="Shape 93"/>
        <p:cNvGrpSpPr/>
        <p:nvPr/>
      </p:nvGrpSpPr>
      <p:grpSpPr>
        <a:xfrm>
          <a:off x="0" y="0"/>
          <a:ext cx="0" cy="0"/>
          <a:chOff x="0" y="0"/>
          <a:chExt cx="0" cy="0"/>
        </a:xfrm>
      </p:grpSpPr>
      <p:sp>
        <p:nvSpPr>
          <p:cNvPr id="94" name="Google Shape;94;p20"/>
          <p:cNvSpPr txBox="1"/>
          <p:nvPr>
            <p:ph type="title"/>
          </p:nvPr>
        </p:nvSpPr>
        <p:spPr>
          <a:xfrm>
            <a:off x="628650" y="273844"/>
            <a:ext cx="7886700" cy="994172"/>
          </a:xfrm>
          <a:prstGeom prst="rect">
            <a:avLst/>
          </a:prstGeom>
          <a:noFill/>
          <a:ln>
            <a:noFill/>
          </a:ln>
        </p:spPr>
        <p:txBody>
          <a:bodyPr anchorCtr="0" anchor="ctr" bIns="11425" lIns="22850" spcFirstLastPara="1" rIns="22850" wrap="square" tIns="11425">
            <a:normAutofit/>
          </a:bodyPr>
          <a:lstStyle>
            <a:lvl1pPr lvl="0" algn="l">
              <a:lnSpc>
                <a:spcPct val="90000"/>
              </a:lnSpc>
              <a:spcBef>
                <a:spcPts val="0"/>
              </a:spcBef>
              <a:spcAft>
                <a:spcPts val="0"/>
              </a:spcAft>
              <a:buClr>
                <a:schemeClr val="dk1"/>
              </a:buClr>
              <a:buSzPts val="500"/>
              <a:buNone/>
              <a:defRPr/>
            </a:lvl1pPr>
            <a:lvl2pPr lvl="1">
              <a:spcBef>
                <a:spcPts val="0"/>
              </a:spcBef>
              <a:spcAft>
                <a:spcPts val="0"/>
              </a:spcAft>
              <a:buSzPts val="400"/>
              <a:buNone/>
              <a:defRPr/>
            </a:lvl2pPr>
            <a:lvl3pPr lvl="2">
              <a:spcBef>
                <a:spcPts val="0"/>
              </a:spcBef>
              <a:spcAft>
                <a:spcPts val="0"/>
              </a:spcAft>
              <a:buSzPts val="400"/>
              <a:buNone/>
              <a:defRPr/>
            </a:lvl3pPr>
            <a:lvl4pPr lvl="3">
              <a:spcBef>
                <a:spcPts val="0"/>
              </a:spcBef>
              <a:spcAft>
                <a:spcPts val="0"/>
              </a:spcAft>
              <a:buSzPts val="400"/>
              <a:buNone/>
              <a:defRPr/>
            </a:lvl4pPr>
            <a:lvl5pPr lvl="4">
              <a:spcBef>
                <a:spcPts val="0"/>
              </a:spcBef>
              <a:spcAft>
                <a:spcPts val="0"/>
              </a:spcAft>
              <a:buSzPts val="400"/>
              <a:buNone/>
              <a:defRPr/>
            </a:lvl5pPr>
            <a:lvl6pPr lvl="5">
              <a:spcBef>
                <a:spcPts val="0"/>
              </a:spcBef>
              <a:spcAft>
                <a:spcPts val="0"/>
              </a:spcAft>
              <a:buSzPts val="400"/>
              <a:buNone/>
              <a:defRPr/>
            </a:lvl6pPr>
            <a:lvl7pPr lvl="6">
              <a:spcBef>
                <a:spcPts val="0"/>
              </a:spcBef>
              <a:spcAft>
                <a:spcPts val="0"/>
              </a:spcAft>
              <a:buSzPts val="400"/>
              <a:buNone/>
              <a:defRPr/>
            </a:lvl7pPr>
            <a:lvl8pPr lvl="7">
              <a:spcBef>
                <a:spcPts val="0"/>
              </a:spcBef>
              <a:spcAft>
                <a:spcPts val="0"/>
              </a:spcAft>
              <a:buSzPts val="400"/>
              <a:buNone/>
              <a:defRPr/>
            </a:lvl8pPr>
            <a:lvl9pPr lvl="8">
              <a:spcBef>
                <a:spcPts val="0"/>
              </a:spcBef>
              <a:spcAft>
                <a:spcPts val="0"/>
              </a:spcAft>
              <a:buSzPts val="400"/>
              <a:buNone/>
              <a:defRPr/>
            </a:lvl9pPr>
          </a:lstStyle>
          <a:p/>
        </p:txBody>
      </p:sp>
      <p:sp>
        <p:nvSpPr>
          <p:cNvPr id="95" name="Google Shape;95;p20"/>
          <p:cNvSpPr txBox="1"/>
          <p:nvPr>
            <p:ph idx="10" type="dt"/>
          </p:nvPr>
        </p:nvSpPr>
        <p:spPr>
          <a:xfrm>
            <a:off x="628650" y="4767263"/>
            <a:ext cx="2057400" cy="273844"/>
          </a:xfrm>
          <a:prstGeom prst="rect">
            <a:avLst/>
          </a:prstGeom>
          <a:noFill/>
          <a:ln>
            <a:noFill/>
          </a:ln>
        </p:spPr>
        <p:txBody>
          <a:bodyPr anchorCtr="0" anchor="ctr" bIns="11425" lIns="22850" spcFirstLastPara="1" rIns="22850" wrap="square" tIns="11425">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96" name="Google Shape;96;p20"/>
          <p:cNvSpPr txBox="1"/>
          <p:nvPr>
            <p:ph idx="11" type="ftr"/>
          </p:nvPr>
        </p:nvSpPr>
        <p:spPr>
          <a:xfrm>
            <a:off x="3028950" y="4767263"/>
            <a:ext cx="3086100" cy="273844"/>
          </a:xfrm>
          <a:prstGeom prst="rect">
            <a:avLst/>
          </a:prstGeom>
          <a:noFill/>
          <a:ln>
            <a:noFill/>
          </a:ln>
        </p:spPr>
        <p:txBody>
          <a:bodyPr anchorCtr="0" anchor="ctr" bIns="11425" lIns="22850" spcFirstLastPara="1" rIns="22850" wrap="square" tIns="11425">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97" name="Google Shape;97;p20"/>
          <p:cNvSpPr txBox="1"/>
          <p:nvPr>
            <p:ph idx="12" type="sldNum"/>
          </p:nvPr>
        </p:nvSpPr>
        <p:spPr>
          <a:xfrm>
            <a:off x="6457950" y="4767263"/>
            <a:ext cx="2057400" cy="273844"/>
          </a:xfrm>
          <a:prstGeom prst="rect">
            <a:avLst/>
          </a:prstGeom>
          <a:noFill/>
          <a:ln>
            <a:noFill/>
          </a:ln>
        </p:spPr>
        <p:txBody>
          <a:bodyPr anchorCtr="0" anchor="ctr" bIns="11425" lIns="22850" spcFirstLastPara="1" rIns="22850" wrap="square" tIns="11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ransition spd="slow">
    <p:fade thruBlk="1"/>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8" name="Shape 98"/>
        <p:cNvGrpSpPr/>
        <p:nvPr/>
      </p:nvGrpSpPr>
      <p:grpSpPr>
        <a:xfrm>
          <a:off x="0" y="0"/>
          <a:ext cx="0" cy="0"/>
          <a:chOff x="0" y="0"/>
          <a:chExt cx="0" cy="0"/>
        </a:xfrm>
      </p:grpSpPr>
      <p:sp>
        <p:nvSpPr>
          <p:cNvPr id="99" name="Google Shape;99;p21"/>
          <p:cNvSpPr txBox="1"/>
          <p:nvPr>
            <p:ph type="title"/>
          </p:nvPr>
        </p:nvSpPr>
        <p:spPr>
          <a:xfrm>
            <a:off x="629842" y="342900"/>
            <a:ext cx="2949178" cy="1200150"/>
          </a:xfrm>
          <a:prstGeom prst="rect">
            <a:avLst/>
          </a:prstGeom>
          <a:noFill/>
          <a:ln>
            <a:noFill/>
          </a:ln>
        </p:spPr>
        <p:txBody>
          <a:bodyPr anchorCtr="0" anchor="b" bIns="11425" lIns="22850" spcFirstLastPara="1" rIns="22850" wrap="square" tIns="1142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400"/>
              <a:buNone/>
              <a:defRPr/>
            </a:lvl2pPr>
            <a:lvl3pPr lvl="2">
              <a:spcBef>
                <a:spcPts val="0"/>
              </a:spcBef>
              <a:spcAft>
                <a:spcPts val="0"/>
              </a:spcAft>
              <a:buSzPts val="400"/>
              <a:buNone/>
              <a:defRPr/>
            </a:lvl3pPr>
            <a:lvl4pPr lvl="3">
              <a:spcBef>
                <a:spcPts val="0"/>
              </a:spcBef>
              <a:spcAft>
                <a:spcPts val="0"/>
              </a:spcAft>
              <a:buSzPts val="400"/>
              <a:buNone/>
              <a:defRPr/>
            </a:lvl4pPr>
            <a:lvl5pPr lvl="4">
              <a:spcBef>
                <a:spcPts val="0"/>
              </a:spcBef>
              <a:spcAft>
                <a:spcPts val="0"/>
              </a:spcAft>
              <a:buSzPts val="400"/>
              <a:buNone/>
              <a:defRPr/>
            </a:lvl5pPr>
            <a:lvl6pPr lvl="5">
              <a:spcBef>
                <a:spcPts val="0"/>
              </a:spcBef>
              <a:spcAft>
                <a:spcPts val="0"/>
              </a:spcAft>
              <a:buSzPts val="400"/>
              <a:buNone/>
              <a:defRPr/>
            </a:lvl6pPr>
            <a:lvl7pPr lvl="6">
              <a:spcBef>
                <a:spcPts val="0"/>
              </a:spcBef>
              <a:spcAft>
                <a:spcPts val="0"/>
              </a:spcAft>
              <a:buSzPts val="400"/>
              <a:buNone/>
              <a:defRPr/>
            </a:lvl7pPr>
            <a:lvl8pPr lvl="7">
              <a:spcBef>
                <a:spcPts val="0"/>
              </a:spcBef>
              <a:spcAft>
                <a:spcPts val="0"/>
              </a:spcAft>
              <a:buSzPts val="400"/>
              <a:buNone/>
              <a:defRPr/>
            </a:lvl8pPr>
            <a:lvl9pPr lvl="8">
              <a:spcBef>
                <a:spcPts val="0"/>
              </a:spcBef>
              <a:spcAft>
                <a:spcPts val="0"/>
              </a:spcAft>
              <a:buSzPts val="400"/>
              <a:buNone/>
              <a:defRPr/>
            </a:lvl9pPr>
          </a:lstStyle>
          <a:p/>
        </p:txBody>
      </p:sp>
      <p:sp>
        <p:nvSpPr>
          <p:cNvPr id="100" name="Google Shape;100;p21"/>
          <p:cNvSpPr txBox="1"/>
          <p:nvPr>
            <p:ph idx="1" type="body"/>
          </p:nvPr>
        </p:nvSpPr>
        <p:spPr>
          <a:xfrm>
            <a:off x="3887391" y="740569"/>
            <a:ext cx="4629150" cy="3655219"/>
          </a:xfrm>
          <a:prstGeom prst="rect">
            <a:avLst/>
          </a:prstGeom>
          <a:noFill/>
          <a:ln>
            <a:noFill/>
          </a:ln>
        </p:spPr>
        <p:txBody>
          <a:bodyPr anchorCtr="0" anchor="t" bIns="11425" lIns="22850" spcFirstLastPara="1" rIns="22850" wrap="square" tIns="1142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1" name="Google Shape;101;p21"/>
          <p:cNvSpPr txBox="1"/>
          <p:nvPr>
            <p:ph idx="2" type="body"/>
          </p:nvPr>
        </p:nvSpPr>
        <p:spPr>
          <a:xfrm>
            <a:off x="629842" y="1543050"/>
            <a:ext cx="2949178" cy="2858691"/>
          </a:xfrm>
          <a:prstGeom prst="rect">
            <a:avLst/>
          </a:prstGeom>
          <a:noFill/>
          <a:ln>
            <a:noFill/>
          </a:ln>
        </p:spPr>
        <p:txBody>
          <a:bodyPr anchorCtr="0" anchor="t" bIns="11425" lIns="22850" spcFirstLastPara="1" rIns="22850" wrap="square" tIns="1142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2" name="Google Shape;102;p21"/>
          <p:cNvSpPr txBox="1"/>
          <p:nvPr>
            <p:ph idx="10" type="dt"/>
          </p:nvPr>
        </p:nvSpPr>
        <p:spPr>
          <a:xfrm>
            <a:off x="628650" y="4767263"/>
            <a:ext cx="2057400" cy="273844"/>
          </a:xfrm>
          <a:prstGeom prst="rect">
            <a:avLst/>
          </a:prstGeom>
          <a:noFill/>
          <a:ln>
            <a:noFill/>
          </a:ln>
        </p:spPr>
        <p:txBody>
          <a:bodyPr anchorCtr="0" anchor="ctr" bIns="11425" lIns="22850" spcFirstLastPara="1" rIns="22850" wrap="square" tIns="11425">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103" name="Google Shape;103;p21"/>
          <p:cNvSpPr txBox="1"/>
          <p:nvPr>
            <p:ph idx="11" type="ftr"/>
          </p:nvPr>
        </p:nvSpPr>
        <p:spPr>
          <a:xfrm>
            <a:off x="3028950" y="4767263"/>
            <a:ext cx="3086100" cy="273844"/>
          </a:xfrm>
          <a:prstGeom prst="rect">
            <a:avLst/>
          </a:prstGeom>
          <a:noFill/>
          <a:ln>
            <a:noFill/>
          </a:ln>
        </p:spPr>
        <p:txBody>
          <a:bodyPr anchorCtr="0" anchor="ctr" bIns="11425" lIns="22850" spcFirstLastPara="1" rIns="22850" wrap="square" tIns="11425">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104" name="Google Shape;104;p21"/>
          <p:cNvSpPr txBox="1"/>
          <p:nvPr>
            <p:ph idx="12" type="sldNum"/>
          </p:nvPr>
        </p:nvSpPr>
        <p:spPr>
          <a:xfrm>
            <a:off x="6457950" y="4767263"/>
            <a:ext cx="2057400" cy="273844"/>
          </a:xfrm>
          <a:prstGeom prst="rect">
            <a:avLst/>
          </a:prstGeom>
          <a:noFill/>
          <a:ln>
            <a:noFill/>
          </a:ln>
        </p:spPr>
        <p:txBody>
          <a:bodyPr anchorCtr="0" anchor="ctr" bIns="11425" lIns="22850" spcFirstLastPara="1" rIns="22850" wrap="square" tIns="11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ransition spd="slow">
    <p:fade thruBlk="1"/>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5" name="Shape 105"/>
        <p:cNvGrpSpPr/>
        <p:nvPr/>
      </p:nvGrpSpPr>
      <p:grpSpPr>
        <a:xfrm>
          <a:off x="0" y="0"/>
          <a:ext cx="0" cy="0"/>
          <a:chOff x="0" y="0"/>
          <a:chExt cx="0" cy="0"/>
        </a:xfrm>
      </p:grpSpPr>
      <p:sp>
        <p:nvSpPr>
          <p:cNvPr id="106" name="Google Shape;106;p22"/>
          <p:cNvSpPr txBox="1"/>
          <p:nvPr>
            <p:ph type="title"/>
          </p:nvPr>
        </p:nvSpPr>
        <p:spPr>
          <a:xfrm>
            <a:off x="629842" y="342900"/>
            <a:ext cx="2949178" cy="1200150"/>
          </a:xfrm>
          <a:prstGeom prst="rect">
            <a:avLst/>
          </a:prstGeom>
          <a:noFill/>
          <a:ln>
            <a:noFill/>
          </a:ln>
        </p:spPr>
        <p:txBody>
          <a:bodyPr anchorCtr="0" anchor="b" bIns="11425" lIns="22850" spcFirstLastPara="1" rIns="22850" wrap="square" tIns="1142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400"/>
              <a:buNone/>
              <a:defRPr/>
            </a:lvl2pPr>
            <a:lvl3pPr lvl="2">
              <a:spcBef>
                <a:spcPts val="0"/>
              </a:spcBef>
              <a:spcAft>
                <a:spcPts val="0"/>
              </a:spcAft>
              <a:buSzPts val="400"/>
              <a:buNone/>
              <a:defRPr/>
            </a:lvl3pPr>
            <a:lvl4pPr lvl="3">
              <a:spcBef>
                <a:spcPts val="0"/>
              </a:spcBef>
              <a:spcAft>
                <a:spcPts val="0"/>
              </a:spcAft>
              <a:buSzPts val="400"/>
              <a:buNone/>
              <a:defRPr/>
            </a:lvl4pPr>
            <a:lvl5pPr lvl="4">
              <a:spcBef>
                <a:spcPts val="0"/>
              </a:spcBef>
              <a:spcAft>
                <a:spcPts val="0"/>
              </a:spcAft>
              <a:buSzPts val="400"/>
              <a:buNone/>
              <a:defRPr/>
            </a:lvl5pPr>
            <a:lvl6pPr lvl="5">
              <a:spcBef>
                <a:spcPts val="0"/>
              </a:spcBef>
              <a:spcAft>
                <a:spcPts val="0"/>
              </a:spcAft>
              <a:buSzPts val="400"/>
              <a:buNone/>
              <a:defRPr/>
            </a:lvl6pPr>
            <a:lvl7pPr lvl="6">
              <a:spcBef>
                <a:spcPts val="0"/>
              </a:spcBef>
              <a:spcAft>
                <a:spcPts val="0"/>
              </a:spcAft>
              <a:buSzPts val="400"/>
              <a:buNone/>
              <a:defRPr/>
            </a:lvl7pPr>
            <a:lvl8pPr lvl="7">
              <a:spcBef>
                <a:spcPts val="0"/>
              </a:spcBef>
              <a:spcAft>
                <a:spcPts val="0"/>
              </a:spcAft>
              <a:buSzPts val="400"/>
              <a:buNone/>
              <a:defRPr/>
            </a:lvl8pPr>
            <a:lvl9pPr lvl="8">
              <a:spcBef>
                <a:spcPts val="0"/>
              </a:spcBef>
              <a:spcAft>
                <a:spcPts val="0"/>
              </a:spcAft>
              <a:buSzPts val="400"/>
              <a:buNone/>
              <a:defRPr/>
            </a:lvl9pPr>
          </a:lstStyle>
          <a:p/>
        </p:txBody>
      </p:sp>
      <p:sp>
        <p:nvSpPr>
          <p:cNvPr id="107" name="Google Shape;107;p22"/>
          <p:cNvSpPr/>
          <p:nvPr>
            <p:ph idx="2" type="pic"/>
          </p:nvPr>
        </p:nvSpPr>
        <p:spPr>
          <a:xfrm>
            <a:off x="3887391" y="740569"/>
            <a:ext cx="4629150" cy="3655219"/>
          </a:xfrm>
          <a:prstGeom prst="rect">
            <a:avLst/>
          </a:prstGeom>
          <a:noFill/>
          <a:ln>
            <a:noFill/>
          </a:ln>
        </p:spPr>
      </p:sp>
      <p:sp>
        <p:nvSpPr>
          <p:cNvPr id="108" name="Google Shape;108;p22"/>
          <p:cNvSpPr txBox="1"/>
          <p:nvPr>
            <p:ph idx="1" type="body"/>
          </p:nvPr>
        </p:nvSpPr>
        <p:spPr>
          <a:xfrm>
            <a:off x="629842" y="1543050"/>
            <a:ext cx="2949178" cy="2858691"/>
          </a:xfrm>
          <a:prstGeom prst="rect">
            <a:avLst/>
          </a:prstGeom>
          <a:noFill/>
          <a:ln>
            <a:noFill/>
          </a:ln>
        </p:spPr>
        <p:txBody>
          <a:bodyPr anchorCtr="0" anchor="t" bIns="11425" lIns="22850" spcFirstLastPara="1" rIns="22850" wrap="square" tIns="1142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9" name="Google Shape;109;p22"/>
          <p:cNvSpPr txBox="1"/>
          <p:nvPr>
            <p:ph idx="10" type="dt"/>
          </p:nvPr>
        </p:nvSpPr>
        <p:spPr>
          <a:xfrm>
            <a:off x="628650" y="4767263"/>
            <a:ext cx="2057400" cy="273844"/>
          </a:xfrm>
          <a:prstGeom prst="rect">
            <a:avLst/>
          </a:prstGeom>
          <a:noFill/>
          <a:ln>
            <a:noFill/>
          </a:ln>
        </p:spPr>
        <p:txBody>
          <a:bodyPr anchorCtr="0" anchor="ctr" bIns="11425" lIns="22850" spcFirstLastPara="1" rIns="22850" wrap="square" tIns="11425">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110" name="Google Shape;110;p22"/>
          <p:cNvSpPr txBox="1"/>
          <p:nvPr>
            <p:ph idx="11" type="ftr"/>
          </p:nvPr>
        </p:nvSpPr>
        <p:spPr>
          <a:xfrm>
            <a:off x="3028950" y="4767263"/>
            <a:ext cx="3086100" cy="273844"/>
          </a:xfrm>
          <a:prstGeom prst="rect">
            <a:avLst/>
          </a:prstGeom>
          <a:noFill/>
          <a:ln>
            <a:noFill/>
          </a:ln>
        </p:spPr>
        <p:txBody>
          <a:bodyPr anchorCtr="0" anchor="ctr" bIns="11425" lIns="22850" spcFirstLastPara="1" rIns="22850" wrap="square" tIns="11425">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111" name="Google Shape;111;p22"/>
          <p:cNvSpPr txBox="1"/>
          <p:nvPr>
            <p:ph idx="12" type="sldNum"/>
          </p:nvPr>
        </p:nvSpPr>
        <p:spPr>
          <a:xfrm>
            <a:off x="6457950" y="4767263"/>
            <a:ext cx="2057400" cy="273844"/>
          </a:xfrm>
          <a:prstGeom prst="rect">
            <a:avLst/>
          </a:prstGeom>
          <a:noFill/>
          <a:ln>
            <a:noFill/>
          </a:ln>
        </p:spPr>
        <p:txBody>
          <a:bodyPr anchorCtr="0" anchor="ctr" bIns="11425" lIns="22850" spcFirstLastPara="1" rIns="22850" wrap="square" tIns="11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ransition spd="slow">
    <p:fade thruBlk="1"/>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2" name="Shape 112"/>
        <p:cNvGrpSpPr/>
        <p:nvPr/>
      </p:nvGrpSpPr>
      <p:grpSpPr>
        <a:xfrm>
          <a:off x="0" y="0"/>
          <a:ext cx="0" cy="0"/>
          <a:chOff x="0" y="0"/>
          <a:chExt cx="0" cy="0"/>
        </a:xfrm>
      </p:grpSpPr>
      <p:sp>
        <p:nvSpPr>
          <p:cNvPr id="113" name="Google Shape;113;p23"/>
          <p:cNvSpPr txBox="1"/>
          <p:nvPr>
            <p:ph type="title"/>
          </p:nvPr>
        </p:nvSpPr>
        <p:spPr>
          <a:xfrm>
            <a:off x="628650" y="273844"/>
            <a:ext cx="7886700" cy="994172"/>
          </a:xfrm>
          <a:prstGeom prst="rect">
            <a:avLst/>
          </a:prstGeom>
          <a:noFill/>
          <a:ln>
            <a:noFill/>
          </a:ln>
        </p:spPr>
        <p:txBody>
          <a:bodyPr anchorCtr="0" anchor="ctr" bIns="11425" lIns="22850" spcFirstLastPara="1" rIns="22850" wrap="square" tIns="11425">
            <a:normAutofit/>
          </a:bodyPr>
          <a:lstStyle>
            <a:lvl1pPr lvl="0" algn="l">
              <a:lnSpc>
                <a:spcPct val="90000"/>
              </a:lnSpc>
              <a:spcBef>
                <a:spcPts val="0"/>
              </a:spcBef>
              <a:spcAft>
                <a:spcPts val="0"/>
              </a:spcAft>
              <a:buClr>
                <a:schemeClr val="dk1"/>
              </a:buClr>
              <a:buSzPts val="500"/>
              <a:buNone/>
              <a:defRPr/>
            </a:lvl1pPr>
            <a:lvl2pPr lvl="1">
              <a:spcBef>
                <a:spcPts val="0"/>
              </a:spcBef>
              <a:spcAft>
                <a:spcPts val="0"/>
              </a:spcAft>
              <a:buSzPts val="400"/>
              <a:buNone/>
              <a:defRPr/>
            </a:lvl2pPr>
            <a:lvl3pPr lvl="2">
              <a:spcBef>
                <a:spcPts val="0"/>
              </a:spcBef>
              <a:spcAft>
                <a:spcPts val="0"/>
              </a:spcAft>
              <a:buSzPts val="400"/>
              <a:buNone/>
              <a:defRPr/>
            </a:lvl3pPr>
            <a:lvl4pPr lvl="3">
              <a:spcBef>
                <a:spcPts val="0"/>
              </a:spcBef>
              <a:spcAft>
                <a:spcPts val="0"/>
              </a:spcAft>
              <a:buSzPts val="400"/>
              <a:buNone/>
              <a:defRPr/>
            </a:lvl4pPr>
            <a:lvl5pPr lvl="4">
              <a:spcBef>
                <a:spcPts val="0"/>
              </a:spcBef>
              <a:spcAft>
                <a:spcPts val="0"/>
              </a:spcAft>
              <a:buSzPts val="400"/>
              <a:buNone/>
              <a:defRPr/>
            </a:lvl5pPr>
            <a:lvl6pPr lvl="5">
              <a:spcBef>
                <a:spcPts val="0"/>
              </a:spcBef>
              <a:spcAft>
                <a:spcPts val="0"/>
              </a:spcAft>
              <a:buSzPts val="400"/>
              <a:buNone/>
              <a:defRPr/>
            </a:lvl6pPr>
            <a:lvl7pPr lvl="6">
              <a:spcBef>
                <a:spcPts val="0"/>
              </a:spcBef>
              <a:spcAft>
                <a:spcPts val="0"/>
              </a:spcAft>
              <a:buSzPts val="400"/>
              <a:buNone/>
              <a:defRPr/>
            </a:lvl7pPr>
            <a:lvl8pPr lvl="7">
              <a:spcBef>
                <a:spcPts val="0"/>
              </a:spcBef>
              <a:spcAft>
                <a:spcPts val="0"/>
              </a:spcAft>
              <a:buSzPts val="400"/>
              <a:buNone/>
              <a:defRPr/>
            </a:lvl8pPr>
            <a:lvl9pPr lvl="8">
              <a:spcBef>
                <a:spcPts val="0"/>
              </a:spcBef>
              <a:spcAft>
                <a:spcPts val="0"/>
              </a:spcAft>
              <a:buSzPts val="400"/>
              <a:buNone/>
              <a:defRPr/>
            </a:lvl9pPr>
          </a:lstStyle>
          <a:p/>
        </p:txBody>
      </p:sp>
      <p:sp>
        <p:nvSpPr>
          <p:cNvPr id="114" name="Google Shape;114;p23"/>
          <p:cNvSpPr txBox="1"/>
          <p:nvPr>
            <p:ph idx="1" type="body"/>
          </p:nvPr>
        </p:nvSpPr>
        <p:spPr>
          <a:xfrm rot="5400000">
            <a:off x="2940248" y="-942379"/>
            <a:ext cx="3263504" cy="7886700"/>
          </a:xfrm>
          <a:prstGeom prst="rect">
            <a:avLst/>
          </a:prstGeom>
          <a:noFill/>
          <a:ln>
            <a:noFill/>
          </a:ln>
        </p:spPr>
        <p:txBody>
          <a:bodyPr anchorCtr="0" anchor="t" bIns="11425" lIns="22850" spcFirstLastPara="1" rIns="22850" wrap="square" tIns="11425">
            <a:normAutofit/>
          </a:bodyPr>
          <a:lstStyle>
            <a:lvl1pPr indent="-260350" lvl="0" marL="457200" algn="l">
              <a:lnSpc>
                <a:spcPct val="90000"/>
              </a:lnSpc>
              <a:spcBef>
                <a:spcPts val="800"/>
              </a:spcBef>
              <a:spcAft>
                <a:spcPts val="0"/>
              </a:spcAft>
              <a:buClr>
                <a:schemeClr val="dk1"/>
              </a:buClr>
              <a:buSzPts val="500"/>
              <a:buChar char="•"/>
              <a:defRPr/>
            </a:lvl1pPr>
            <a:lvl2pPr indent="-260350" lvl="1" marL="914400" algn="l">
              <a:lnSpc>
                <a:spcPct val="90000"/>
              </a:lnSpc>
              <a:spcBef>
                <a:spcPts val="400"/>
              </a:spcBef>
              <a:spcAft>
                <a:spcPts val="0"/>
              </a:spcAft>
              <a:buClr>
                <a:schemeClr val="dk1"/>
              </a:buClr>
              <a:buSzPts val="500"/>
              <a:buChar char="•"/>
              <a:defRPr/>
            </a:lvl2pPr>
            <a:lvl3pPr indent="-260350" lvl="2" marL="1371600" algn="l">
              <a:lnSpc>
                <a:spcPct val="90000"/>
              </a:lnSpc>
              <a:spcBef>
                <a:spcPts val="400"/>
              </a:spcBef>
              <a:spcAft>
                <a:spcPts val="0"/>
              </a:spcAft>
              <a:buClr>
                <a:schemeClr val="dk1"/>
              </a:buClr>
              <a:buSzPts val="500"/>
              <a:buChar char="•"/>
              <a:defRPr/>
            </a:lvl3pPr>
            <a:lvl4pPr indent="-260350" lvl="3" marL="1828800" algn="l">
              <a:lnSpc>
                <a:spcPct val="90000"/>
              </a:lnSpc>
              <a:spcBef>
                <a:spcPts val="400"/>
              </a:spcBef>
              <a:spcAft>
                <a:spcPts val="0"/>
              </a:spcAft>
              <a:buClr>
                <a:schemeClr val="dk1"/>
              </a:buClr>
              <a:buSzPts val="500"/>
              <a:buChar char="•"/>
              <a:defRPr/>
            </a:lvl4pPr>
            <a:lvl5pPr indent="-260350" lvl="4" marL="2286000" algn="l">
              <a:lnSpc>
                <a:spcPct val="90000"/>
              </a:lnSpc>
              <a:spcBef>
                <a:spcPts val="400"/>
              </a:spcBef>
              <a:spcAft>
                <a:spcPts val="0"/>
              </a:spcAft>
              <a:buClr>
                <a:schemeClr val="dk1"/>
              </a:buClr>
              <a:buSzPts val="500"/>
              <a:buChar char="•"/>
              <a:defRPr/>
            </a:lvl5pPr>
            <a:lvl6pPr indent="-260350" lvl="5" marL="2743200" algn="l">
              <a:lnSpc>
                <a:spcPct val="90000"/>
              </a:lnSpc>
              <a:spcBef>
                <a:spcPts val="400"/>
              </a:spcBef>
              <a:spcAft>
                <a:spcPts val="0"/>
              </a:spcAft>
              <a:buClr>
                <a:schemeClr val="dk1"/>
              </a:buClr>
              <a:buSzPts val="500"/>
              <a:buChar char="•"/>
              <a:defRPr/>
            </a:lvl6pPr>
            <a:lvl7pPr indent="-260350" lvl="6" marL="3200400" algn="l">
              <a:lnSpc>
                <a:spcPct val="90000"/>
              </a:lnSpc>
              <a:spcBef>
                <a:spcPts val="400"/>
              </a:spcBef>
              <a:spcAft>
                <a:spcPts val="0"/>
              </a:spcAft>
              <a:buClr>
                <a:schemeClr val="dk1"/>
              </a:buClr>
              <a:buSzPts val="500"/>
              <a:buChar char="•"/>
              <a:defRPr/>
            </a:lvl7pPr>
            <a:lvl8pPr indent="-260350" lvl="7" marL="3657600" algn="l">
              <a:lnSpc>
                <a:spcPct val="90000"/>
              </a:lnSpc>
              <a:spcBef>
                <a:spcPts val="400"/>
              </a:spcBef>
              <a:spcAft>
                <a:spcPts val="0"/>
              </a:spcAft>
              <a:buClr>
                <a:schemeClr val="dk1"/>
              </a:buClr>
              <a:buSzPts val="500"/>
              <a:buChar char="•"/>
              <a:defRPr/>
            </a:lvl8pPr>
            <a:lvl9pPr indent="-260350" lvl="8" marL="4114800" algn="l">
              <a:lnSpc>
                <a:spcPct val="90000"/>
              </a:lnSpc>
              <a:spcBef>
                <a:spcPts val="400"/>
              </a:spcBef>
              <a:spcAft>
                <a:spcPts val="0"/>
              </a:spcAft>
              <a:buClr>
                <a:schemeClr val="dk1"/>
              </a:buClr>
              <a:buSzPts val="500"/>
              <a:buChar char="•"/>
              <a:defRPr/>
            </a:lvl9pPr>
          </a:lstStyle>
          <a:p/>
        </p:txBody>
      </p:sp>
      <p:sp>
        <p:nvSpPr>
          <p:cNvPr id="115" name="Google Shape;115;p23"/>
          <p:cNvSpPr txBox="1"/>
          <p:nvPr>
            <p:ph idx="10" type="dt"/>
          </p:nvPr>
        </p:nvSpPr>
        <p:spPr>
          <a:xfrm>
            <a:off x="628650" y="4767263"/>
            <a:ext cx="2057400" cy="273844"/>
          </a:xfrm>
          <a:prstGeom prst="rect">
            <a:avLst/>
          </a:prstGeom>
          <a:noFill/>
          <a:ln>
            <a:noFill/>
          </a:ln>
        </p:spPr>
        <p:txBody>
          <a:bodyPr anchorCtr="0" anchor="ctr" bIns="11425" lIns="22850" spcFirstLastPara="1" rIns="22850" wrap="square" tIns="11425">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116" name="Google Shape;116;p23"/>
          <p:cNvSpPr txBox="1"/>
          <p:nvPr>
            <p:ph idx="11" type="ftr"/>
          </p:nvPr>
        </p:nvSpPr>
        <p:spPr>
          <a:xfrm>
            <a:off x="3028950" y="4767263"/>
            <a:ext cx="3086100" cy="273844"/>
          </a:xfrm>
          <a:prstGeom prst="rect">
            <a:avLst/>
          </a:prstGeom>
          <a:noFill/>
          <a:ln>
            <a:noFill/>
          </a:ln>
        </p:spPr>
        <p:txBody>
          <a:bodyPr anchorCtr="0" anchor="ctr" bIns="11425" lIns="22850" spcFirstLastPara="1" rIns="22850" wrap="square" tIns="11425">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117" name="Google Shape;117;p23"/>
          <p:cNvSpPr txBox="1"/>
          <p:nvPr>
            <p:ph idx="12" type="sldNum"/>
          </p:nvPr>
        </p:nvSpPr>
        <p:spPr>
          <a:xfrm>
            <a:off x="6457950" y="4767263"/>
            <a:ext cx="2057400" cy="273844"/>
          </a:xfrm>
          <a:prstGeom prst="rect">
            <a:avLst/>
          </a:prstGeom>
          <a:noFill/>
          <a:ln>
            <a:noFill/>
          </a:ln>
        </p:spPr>
        <p:txBody>
          <a:bodyPr anchorCtr="0" anchor="ctr" bIns="11425" lIns="22850" spcFirstLastPara="1" rIns="22850" wrap="square" tIns="11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ransition spd="slow">
    <p:fade thruBlk="1"/>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8" name="Shape 118"/>
        <p:cNvGrpSpPr/>
        <p:nvPr/>
      </p:nvGrpSpPr>
      <p:grpSpPr>
        <a:xfrm>
          <a:off x="0" y="0"/>
          <a:ext cx="0" cy="0"/>
          <a:chOff x="0" y="0"/>
          <a:chExt cx="0" cy="0"/>
        </a:xfrm>
      </p:grpSpPr>
      <p:sp>
        <p:nvSpPr>
          <p:cNvPr id="119" name="Google Shape;119;p24"/>
          <p:cNvSpPr txBox="1"/>
          <p:nvPr>
            <p:ph type="title"/>
          </p:nvPr>
        </p:nvSpPr>
        <p:spPr>
          <a:xfrm rot="5400000">
            <a:off x="5350073" y="1467446"/>
            <a:ext cx="4358879" cy="1971675"/>
          </a:xfrm>
          <a:prstGeom prst="rect">
            <a:avLst/>
          </a:prstGeom>
          <a:noFill/>
          <a:ln>
            <a:noFill/>
          </a:ln>
        </p:spPr>
        <p:txBody>
          <a:bodyPr anchorCtr="0" anchor="ctr" bIns="11425" lIns="22850" spcFirstLastPara="1" rIns="22850" wrap="square" tIns="11425">
            <a:normAutofit/>
          </a:bodyPr>
          <a:lstStyle>
            <a:lvl1pPr lvl="0" algn="l">
              <a:lnSpc>
                <a:spcPct val="90000"/>
              </a:lnSpc>
              <a:spcBef>
                <a:spcPts val="0"/>
              </a:spcBef>
              <a:spcAft>
                <a:spcPts val="0"/>
              </a:spcAft>
              <a:buClr>
                <a:schemeClr val="dk1"/>
              </a:buClr>
              <a:buSzPts val="500"/>
              <a:buNone/>
              <a:defRPr/>
            </a:lvl1pPr>
            <a:lvl2pPr lvl="1">
              <a:spcBef>
                <a:spcPts val="0"/>
              </a:spcBef>
              <a:spcAft>
                <a:spcPts val="0"/>
              </a:spcAft>
              <a:buSzPts val="400"/>
              <a:buNone/>
              <a:defRPr/>
            </a:lvl2pPr>
            <a:lvl3pPr lvl="2">
              <a:spcBef>
                <a:spcPts val="0"/>
              </a:spcBef>
              <a:spcAft>
                <a:spcPts val="0"/>
              </a:spcAft>
              <a:buSzPts val="400"/>
              <a:buNone/>
              <a:defRPr/>
            </a:lvl3pPr>
            <a:lvl4pPr lvl="3">
              <a:spcBef>
                <a:spcPts val="0"/>
              </a:spcBef>
              <a:spcAft>
                <a:spcPts val="0"/>
              </a:spcAft>
              <a:buSzPts val="400"/>
              <a:buNone/>
              <a:defRPr/>
            </a:lvl4pPr>
            <a:lvl5pPr lvl="4">
              <a:spcBef>
                <a:spcPts val="0"/>
              </a:spcBef>
              <a:spcAft>
                <a:spcPts val="0"/>
              </a:spcAft>
              <a:buSzPts val="400"/>
              <a:buNone/>
              <a:defRPr/>
            </a:lvl5pPr>
            <a:lvl6pPr lvl="5">
              <a:spcBef>
                <a:spcPts val="0"/>
              </a:spcBef>
              <a:spcAft>
                <a:spcPts val="0"/>
              </a:spcAft>
              <a:buSzPts val="400"/>
              <a:buNone/>
              <a:defRPr/>
            </a:lvl6pPr>
            <a:lvl7pPr lvl="6">
              <a:spcBef>
                <a:spcPts val="0"/>
              </a:spcBef>
              <a:spcAft>
                <a:spcPts val="0"/>
              </a:spcAft>
              <a:buSzPts val="400"/>
              <a:buNone/>
              <a:defRPr/>
            </a:lvl7pPr>
            <a:lvl8pPr lvl="7">
              <a:spcBef>
                <a:spcPts val="0"/>
              </a:spcBef>
              <a:spcAft>
                <a:spcPts val="0"/>
              </a:spcAft>
              <a:buSzPts val="400"/>
              <a:buNone/>
              <a:defRPr/>
            </a:lvl8pPr>
            <a:lvl9pPr lvl="8">
              <a:spcBef>
                <a:spcPts val="0"/>
              </a:spcBef>
              <a:spcAft>
                <a:spcPts val="0"/>
              </a:spcAft>
              <a:buSzPts val="400"/>
              <a:buNone/>
              <a:defRPr/>
            </a:lvl9pPr>
          </a:lstStyle>
          <a:p/>
        </p:txBody>
      </p:sp>
      <p:sp>
        <p:nvSpPr>
          <p:cNvPr id="120" name="Google Shape;120;p24"/>
          <p:cNvSpPr txBox="1"/>
          <p:nvPr>
            <p:ph idx="1" type="body"/>
          </p:nvPr>
        </p:nvSpPr>
        <p:spPr>
          <a:xfrm rot="5400000">
            <a:off x="1349573" y="-447079"/>
            <a:ext cx="4358879" cy="5800725"/>
          </a:xfrm>
          <a:prstGeom prst="rect">
            <a:avLst/>
          </a:prstGeom>
          <a:noFill/>
          <a:ln>
            <a:noFill/>
          </a:ln>
        </p:spPr>
        <p:txBody>
          <a:bodyPr anchorCtr="0" anchor="t" bIns="11425" lIns="22850" spcFirstLastPara="1" rIns="22850" wrap="square" tIns="11425">
            <a:normAutofit/>
          </a:bodyPr>
          <a:lstStyle>
            <a:lvl1pPr indent="-260350" lvl="0" marL="457200" algn="l">
              <a:lnSpc>
                <a:spcPct val="90000"/>
              </a:lnSpc>
              <a:spcBef>
                <a:spcPts val="800"/>
              </a:spcBef>
              <a:spcAft>
                <a:spcPts val="0"/>
              </a:spcAft>
              <a:buClr>
                <a:schemeClr val="dk1"/>
              </a:buClr>
              <a:buSzPts val="500"/>
              <a:buChar char="•"/>
              <a:defRPr/>
            </a:lvl1pPr>
            <a:lvl2pPr indent="-260350" lvl="1" marL="914400" algn="l">
              <a:lnSpc>
                <a:spcPct val="90000"/>
              </a:lnSpc>
              <a:spcBef>
                <a:spcPts val="400"/>
              </a:spcBef>
              <a:spcAft>
                <a:spcPts val="0"/>
              </a:spcAft>
              <a:buClr>
                <a:schemeClr val="dk1"/>
              </a:buClr>
              <a:buSzPts val="500"/>
              <a:buChar char="•"/>
              <a:defRPr/>
            </a:lvl2pPr>
            <a:lvl3pPr indent="-260350" lvl="2" marL="1371600" algn="l">
              <a:lnSpc>
                <a:spcPct val="90000"/>
              </a:lnSpc>
              <a:spcBef>
                <a:spcPts val="400"/>
              </a:spcBef>
              <a:spcAft>
                <a:spcPts val="0"/>
              </a:spcAft>
              <a:buClr>
                <a:schemeClr val="dk1"/>
              </a:buClr>
              <a:buSzPts val="500"/>
              <a:buChar char="•"/>
              <a:defRPr/>
            </a:lvl3pPr>
            <a:lvl4pPr indent="-260350" lvl="3" marL="1828800" algn="l">
              <a:lnSpc>
                <a:spcPct val="90000"/>
              </a:lnSpc>
              <a:spcBef>
                <a:spcPts val="400"/>
              </a:spcBef>
              <a:spcAft>
                <a:spcPts val="0"/>
              </a:spcAft>
              <a:buClr>
                <a:schemeClr val="dk1"/>
              </a:buClr>
              <a:buSzPts val="500"/>
              <a:buChar char="•"/>
              <a:defRPr/>
            </a:lvl4pPr>
            <a:lvl5pPr indent="-260350" lvl="4" marL="2286000" algn="l">
              <a:lnSpc>
                <a:spcPct val="90000"/>
              </a:lnSpc>
              <a:spcBef>
                <a:spcPts val="400"/>
              </a:spcBef>
              <a:spcAft>
                <a:spcPts val="0"/>
              </a:spcAft>
              <a:buClr>
                <a:schemeClr val="dk1"/>
              </a:buClr>
              <a:buSzPts val="500"/>
              <a:buChar char="•"/>
              <a:defRPr/>
            </a:lvl5pPr>
            <a:lvl6pPr indent="-260350" lvl="5" marL="2743200" algn="l">
              <a:lnSpc>
                <a:spcPct val="90000"/>
              </a:lnSpc>
              <a:spcBef>
                <a:spcPts val="400"/>
              </a:spcBef>
              <a:spcAft>
                <a:spcPts val="0"/>
              </a:spcAft>
              <a:buClr>
                <a:schemeClr val="dk1"/>
              </a:buClr>
              <a:buSzPts val="500"/>
              <a:buChar char="•"/>
              <a:defRPr/>
            </a:lvl6pPr>
            <a:lvl7pPr indent="-260350" lvl="6" marL="3200400" algn="l">
              <a:lnSpc>
                <a:spcPct val="90000"/>
              </a:lnSpc>
              <a:spcBef>
                <a:spcPts val="400"/>
              </a:spcBef>
              <a:spcAft>
                <a:spcPts val="0"/>
              </a:spcAft>
              <a:buClr>
                <a:schemeClr val="dk1"/>
              </a:buClr>
              <a:buSzPts val="500"/>
              <a:buChar char="•"/>
              <a:defRPr/>
            </a:lvl7pPr>
            <a:lvl8pPr indent="-260350" lvl="7" marL="3657600" algn="l">
              <a:lnSpc>
                <a:spcPct val="90000"/>
              </a:lnSpc>
              <a:spcBef>
                <a:spcPts val="400"/>
              </a:spcBef>
              <a:spcAft>
                <a:spcPts val="0"/>
              </a:spcAft>
              <a:buClr>
                <a:schemeClr val="dk1"/>
              </a:buClr>
              <a:buSzPts val="500"/>
              <a:buChar char="•"/>
              <a:defRPr/>
            </a:lvl8pPr>
            <a:lvl9pPr indent="-260350" lvl="8" marL="4114800" algn="l">
              <a:lnSpc>
                <a:spcPct val="90000"/>
              </a:lnSpc>
              <a:spcBef>
                <a:spcPts val="400"/>
              </a:spcBef>
              <a:spcAft>
                <a:spcPts val="0"/>
              </a:spcAft>
              <a:buClr>
                <a:schemeClr val="dk1"/>
              </a:buClr>
              <a:buSzPts val="500"/>
              <a:buChar char="•"/>
              <a:defRPr/>
            </a:lvl9pPr>
          </a:lstStyle>
          <a:p/>
        </p:txBody>
      </p:sp>
      <p:sp>
        <p:nvSpPr>
          <p:cNvPr id="121" name="Google Shape;121;p24"/>
          <p:cNvSpPr txBox="1"/>
          <p:nvPr>
            <p:ph idx="10" type="dt"/>
          </p:nvPr>
        </p:nvSpPr>
        <p:spPr>
          <a:xfrm>
            <a:off x="628650" y="4767263"/>
            <a:ext cx="2057400" cy="273844"/>
          </a:xfrm>
          <a:prstGeom prst="rect">
            <a:avLst/>
          </a:prstGeom>
          <a:noFill/>
          <a:ln>
            <a:noFill/>
          </a:ln>
        </p:spPr>
        <p:txBody>
          <a:bodyPr anchorCtr="0" anchor="ctr" bIns="11425" lIns="22850" spcFirstLastPara="1" rIns="22850" wrap="square" tIns="11425">
            <a:noAutofit/>
          </a:bodyPr>
          <a:lstStyle>
            <a:lvl1pPr lvl="0" algn="l">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122" name="Google Shape;122;p24"/>
          <p:cNvSpPr txBox="1"/>
          <p:nvPr>
            <p:ph idx="11" type="ftr"/>
          </p:nvPr>
        </p:nvSpPr>
        <p:spPr>
          <a:xfrm>
            <a:off x="3028950" y="4767263"/>
            <a:ext cx="3086100" cy="273844"/>
          </a:xfrm>
          <a:prstGeom prst="rect">
            <a:avLst/>
          </a:prstGeom>
          <a:noFill/>
          <a:ln>
            <a:noFill/>
          </a:ln>
        </p:spPr>
        <p:txBody>
          <a:bodyPr anchorCtr="0" anchor="ctr" bIns="11425" lIns="22850" spcFirstLastPara="1" rIns="22850" wrap="square" tIns="11425">
            <a:noAutofit/>
          </a:bodyPr>
          <a:lstStyle>
            <a:lvl1pPr lvl="0" algn="ctr">
              <a:spcBef>
                <a:spcPts val="0"/>
              </a:spcBef>
              <a:spcAft>
                <a:spcPts val="0"/>
              </a:spcAft>
              <a:buSzPts val="400"/>
              <a:buNone/>
              <a:defRPr/>
            </a:lvl1pPr>
            <a:lvl2pPr lvl="1" algn="l">
              <a:spcBef>
                <a:spcPts val="0"/>
              </a:spcBef>
              <a:spcAft>
                <a:spcPts val="0"/>
              </a:spcAft>
              <a:buSzPts val="400"/>
              <a:buNone/>
              <a:defRPr/>
            </a:lvl2pPr>
            <a:lvl3pPr lvl="2" algn="l">
              <a:spcBef>
                <a:spcPts val="0"/>
              </a:spcBef>
              <a:spcAft>
                <a:spcPts val="0"/>
              </a:spcAft>
              <a:buSzPts val="400"/>
              <a:buNone/>
              <a:defRPr/>
            </a:lvl3pPr>
            <a:lvl4pPr lvl="3" algn="l">
              <a:spcBef>
                <a:spcPts val="0"/>
              </a:spcBef>
              <a:spcAft>
                <a:spcPts val="0"/>
              </a:spcAft>
              <a:buSzPts val="400"/>
              <a:buNone/>
              <a:defRPr/>
            </a:lvl4pPr>
            <a:lvl5pPr lvl="4" algn="l">
              <a:spcBef>
                <a:spcPts val="0"/>
              </a:spcBef>
              <a:spcAft>
                <a:spcPts val="0"/>
              </a:spcAft>
              <a:buSzPts val="400"/>
              <a:buNone/>
              <a:defRPr/>
            </a:lvl5pPr>
            <a:lvl6pPr lvl="5" algn="l">
              <a:spcBef>
                <a:spcPts val="0"/>
              </a:spcBef>
              <a:spcAft>
                <a:spcPts val="0"/>
              </a:spcAft>
              <a:buSzPts val="400"/>
              <a:buNone/>
              <a:defRPr/>
            </a:lvl6pPr>
            <a:lvl7pPr lvl="6" algn="l">
              <a:spcBef>
                <a:spcPts val="0"/>
              </a:spcBef>
              <a:spcAft>
                <a:spcPts val="0"/>
              </a:spcAft>
              <a:buSzPts val="400"/>
              <a:buNone/>
              <a:defRPr/>
            </a:lvl7pPr>
            <a:lvl8pPr lvl="7" algn="l">
              <a:spcBef>
                <a:spcPts val="0"/>
              </a:spcBef>
              <a:spcAft>
                <a:spcPts val="0"/>
              </a:spcAft>
              <a:buSzPts val="400"/>
              <a:buNone/>
              <a:defRPr/>
            </a:lvl8pPr>
            <a:lvl9pPr lvl="8" algn="l">
              <a:spcBef>
                <a:spcPts val="0"/>
              </a:spcBef>
              <a:spcAft>
                <a:spcPts val="0"/>
              </a:spcAft>
              <a:buSzPts val="400"/>
              <a:buNone/>
              <a:defRPr/>
            </a:lvl9pPr>
          </a:lstStyle>
          <a:p/>
        </p:txBody>
      </p:sp>
      <p:sp>
        <p:nvSpPr>
          <p:cNvPr id="123" name="Google Shape;123;p24"/>
          <p:cNvSpPr txBox="1"/>
          <p:nvPr>
            <p:ph idx="12" type="sldNum"/>
          </p:nvPr>
        </p:nvSpPr>
        <p:spPr>
          <a:xfrm>
            <a:off x="6457950" y="4767263"/>
            <a:ext cx="2057400" cy="273844"/>
          </a:xfrm>
          <a:prstGeom prst="rect">
            <a:avLst/>
          </a:prstGeom>
          <a:noFill/>
          <a:ln>
            <a:noFill/>
          </a:ln>
        </p:spPr>
        <p:txBody>
          <a:bodyPr anchorCtr="0" anchor="ctr" bIns="11425" lIns="22850" spcFirstLastPara="1" rIns="22850" wrap="square" tIns="114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transition spd="slow">
    <p:fade thruBlk="1"/>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11425" lIns="22850" spcFirstLastPara="1" rIns="22850" wrap="square" tIns="1142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400"/>
              <a:buNone/>
              <a:defRPr sz="500"/>
            </a:lvl2pPr>
            <a:lvl3pPr lvl="2">
              <a:spcBef>
                <a:spcPts val="0"/>
              </a:spcBef>
              <a:spcAft>
                <a:spcPts val="0"/>
              </a:spcAft>
              <a:buSzPts val="400"/>
              <a:buNone/>
              <a:defRPr sz="500"/>
            </a:lvl3pPr>
            <a:lvl4pPr lvl="3">
              <a:spcBef>
                <a:spcPts val="0"/>
              </a:spcBef>
              <a:spcAft>
                <a:spcPts val="0"/>
              </a:spcAft>
              <a:buSzPts val="400"/>
              <a:buNone/>
              <a:defRPr sz="500"/>
            </a:lvl4pPr>
            <a:lvl5pPr lvl="4">
              <a:spcBef>
                <a:spcPts val="0"/>
              </a:spcBef>
              <a:spcAft>
                <a:spcPts val="0"/>
              </a:spcAft>
              <a:buSzPts val="400"/>
              <a:buNone/>
              <a:defRPr sz="500"/>
            </a:lvl5pPr>
            <a:lvl6pPr lvl="5">
              <a:spcBef>
                <a:spcPts val="0"/>
              </a:spcBef>
              <a:spcAft>
                <a:spcPts val="0"/>
              </a:spcAft>
              <a:buSzPts val="400"/>
              <a:buNone/>
              <a:defRPr sz="500"/>
            </a:lvl6pPr>
            <a:lvl7pPr lvl="6">
              <a:spcBef>
                <a:spcPts val="0"/>
              </a:spcBef>
              <a:spcAft>
                <a:spcPts val="0"/>
              </a:spcAft>
              <a:buSzPts val="400"/>
              <a:buNone/>
              <a:defRPr sz="500"/>
            </a:lvl7pPr>
            <a:lvl8pPr lvl="7">
              <a:spcBef>
                <a:spcPts val="0"/>
              </a:spcBef>
              <a:spcAft>
                <a:spcPts val="0"/>
              </a:spcAft>
              <a:buSzPts val="400"/>
              <a:buNone/>
              <a:defRPr sz="500"/>
            </a:lvl8pPr>
            <a:lvl9pPr lvl="8">
              <a:spcBef>
                <a:spcPts val="0"/>
              </a:spcBef>
              <a:spcAft>
                <a:spcPts val="0"/>
              </a:spcAft>
              <a:buSzPts val="400"/>
              <a:buNone/>
              <a:defRPr sz="5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11425" lIns="22850" spcFirstLastPara="1" rIns="22850" wrap="square" tIns="1142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11425" lIns="22850" spcFirstLastPara="1" rIns="22850" wrap="square" tIns="11425">
            <a:noAutofit/>
          </a:bodyPr>
          <a:lstStyle>
            <a:lvl1pPr lvl="0" marR="0" rtl="0" algn="l">
              <a:spcBef>
                <a:spcPts val="0"/>
              </a:spcBef>
              <a:spcAft>
                <a:spcPts val="0"/>
              </a:spcAft>
              <a:buSzPts val="400"/>
              <a:buNone/>
              <a:defRPr sz="900">
                <a:solidFill>
                  <a:srgbClr val="757575"/>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11425" lIns="22850" spcFirstLastPara="1" rIns="22850" wrap="square" tIns="11425">
            <a:noAutofit/>
          </a:bodyPr>
          <a:lstStyle>
            <a:lvl1pPr lvl="0" marR="0" rtl="0" algn="ctr">
              <a:spcBef>
                <a:spcPts val="0"/>
              </a:spcBef>
              <a:spcAft>
                <a:spcPts val="0"/>
              </a:spcAft>
              <a:buSzPts val="400"/>
              <a:buNone/>
              <a:defRPr sz="900">
                <a:solidFill>
                  <a:srgbClr val="757575"/>
                </a:solidFill>
                <a:latin typeface="Arial"/>
                <a:ea typeface="Arial"/>
                <a:cs typeface="Arial"/>
                <a:sym typeface="Arial"/>
              </a:defRPr>
            </a:lvl1pPr>
            <a:lvl2pPr lvl="1" marR="0" rtl="0" algn="l">
              <a:spcBef>
                <a:spcPts val="0"/>
              </a:spcBef>
              <a:spcAft>
                <a:spcPts val="0"/>
              </a:spcAft>
              <a:buSzPts val="400"/>
              <a:buNone/>
              <a:defRPr b="0" i="0" sz="500" u="none" cap="none" strike="noStrike">
                <a:solidFill>
                  <a:schemeClr val="dk1"/>
                </a:solidFill>
                <a:latin typeface="Arial"/>
                <a:ea typeface="Arial"/>
                <a:cs typeface="Arial"/>
                <a:sym typeface="Arial"/>
              </a:defRPr>
            </a:lvl2pPr>
            <a:lvl3pPr lvl="2" marR="0" rtl="0" algn="l">
              <a:spcBef>
                <a:spcPts val="0"/>
              </a:spcBef>
              <a:spcAft>
                <a:spcPts val="0"/>
              </a:spcAft>
              <a:buSzPts val="400"/>
              <a:buNone/>
              <a:defRPr b="0" i="0" sz="500" u="none" cap="none" strike="noStrike">
                <a:solidFill>
                  <a:schemeClr val="dk1"/>
                </a:solidFill>
                <a:latin typeface="Arial"/>
                <a:ea typeface="Arial"/>
                <a:cs typeface="Arial"/>
                <a:sym typeface="Arial"/>
              </a:defRPr>
            </a:lvl3pPr>
            <a:lvl4pPr lvl="3" marR="0" rtl="0" algn="l">
              <a:spcBef>
                <a:spcPts val="0"/>
              </a:spcBef>
              <a:spcAft>
                <a:spcPts val="0"/>
              </a:spcAft>
              <a:buSzPts val="400"/>
              <a:buNone/>
              <a:defRPr b="0" i="0" sz="500" u="none" cap="none" strike="noStrike">
                <a:solidFill>
                  <a:schemeClr val="dk1"/>
                </a:solidFill>
                <a:latin typeface="Arial"/>
                <a:ea typeface="Arial"/>
                <a:cs typeface="Arial"/>
                <a:sym typeface="Arial"/>
              </a:defRPr>
            </a:lvl4pPr>
            <a:lvl5pPr lvl="4" marR="0" rtl="0" algn="l">
              <a:spcBef>
                <a:spcPts val="0"/>
              </a:spcBef>
              <a:spcAft>
                <a:spcPts val="0"/>
              </a:spcAft>
              <a:buSzPts val="400"/>
              <a:buNone/>
              <a:defRPr b="0" i="0" sz="500" u="none" cap="none" strike="noStrike">
                <a:solidFill>
                  <a:schemeClr val="dk1"/>
                </a:solidFill>
                <a:latin typeface="Arial"/>
                <a:ea typeface="Arial"/>
                <a:cs typeface="Arial"/>
                <a:sym typeface="Arial"/>
              </a:defRPr>
            </a:lvl5pPr>
            <a:lvl6pPr lvl="5" marR="0" rtl="0" algn="l">
              <a:spcBef>
                <a:spcPts val="0"/>
              </a:spcBef>
              <a:spcAft>
                <a:spcPts val="0"/>
              </a:spcAft>
              <a:buSzPts val="400"/>
              <a:buNone/>
              <a:defRPr b="0" i="0" sz="500" u="none" cap="none" strike="noStrike">
                <a:solidFill>
                  <a:schemeClr val="dk1"/>
                </a:solidFill>
                <a:latin typeface="Arial"/>
                <a:ea typeface="Arial"/>
                <a:cs typeface="Arial"/>
                <a:sym typeface="Arial"/>
              </a:defRPr>
            </a:lvl6pPr>
            <a:lvl7pPr lvl="6" marR="0" rtl="0" algn="l">
              <a:spcBef>
                <a:spcPts val="0"/>
              </a:spcBef>
              <a:spcAft>
                <a:spcPts val="0"/>
              </a:spcAft>
              <a:buSzPts val="400"/>
              <a:buNone/>
              <a:defRPr b="0" i="0" sz="500" u="none" cap="none" strike="noStrike">
                <a:solidFill>
                  <a:schemeClr val="dk1"/>
                </a:solidFill>
                <a:latin typeface="Arial"/>
                <a:ea typeface="Arial"/>
                <a:cs typeface="Arial"/>
                <a:sym typeface="Arial"/>
              </a:defRPr>
            </a:lvl7pPr>
            <a:lvl8pPr lvl="7" marR="0" rtl="0" algn="l">
              <a:spcBef>
                <a:spcPts val="0"/>
              </a:spcBef>
              <a:spcAft>
                <a:spcPts val="0"/>
              </a:spcAft>
              <a:buSzPts val="400"/>
              <a:buNone/>
              <a:defRPr b="0" i="0" sz="500" u="none" cap="none" strike="noStrike">
                <a:solidFill>
                  <a:schemeClr val="dk1"/>
                </a:solidFill>
                <a:latin typeface="Arial"/>
                <a:ea typeface="Arial"/>
                <a:cs typeface="Arial"/>
                <a:sym typeface="Arial"/>
              </a:defRPr>
            </a:lvl8pPr>
            <a:lvl9pPr lvl="8" marR="0" rtl="0" algn="l">
              <a:spcBef>
                <a:spcPts val="0"/>
              </a:spcBef>
              <a:spcAft>
                <a:spcPts val="0"/>
              </a:spcAft>
              <a:buSzPts val="400"/>
              <a:buNone/>
              <a:defRPr b="0" i="0" sz="5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11425" lIns="22850" spcFirstLastPara="1" rIns="22850" wrap="square" tIns="11425">
            <a:noAutofit/>
          </a:bodyPr>
          <a:lstStyle>
            <a:lvl1pPr indent="0" lvl="0" marL="0" marR="0" rtl="0" algn="r">
              <a:spcBef>
                <a:spcPts val="0"/>
              </a:spcBef>
              <a:buNone/>
              <a:defRPr sz="900">
                <a:solidFill>
                  <a:srgbClr val="757575"/>
                </a:solidFill>
                <a:latin typeface="Arial"/>
                <a:ea typeface="Arial"/>
                <a:cs typeface="Arial"/>
                <a:sym typeface="Arial"/>
              </a:defRPr>
            </a:lvl1pPr>
            <a:lvl2pPr indent="0" lvl="1" marL="0" marR="0" rtl="0" algn="r">
              <a:spcBef>
                <a:spcPts val="0"/>
              </a:spcBef>
              <a:buNone/>
              <a:defRPr sz="900">
                <a:solidFill>
                  <a:srgbClr val="757575"/>
                </a:solidFill>
                <a:latin typeface="Arial"/>
                <a:ea typeface="Arial"/>
                <a:cs typeface="Arial"/>
                <a:sym typeface="Arial"/>
              </a:defRPr>
            </a:lvl2pPr>
            <a:lvl3pPr indent="0" lvl="2" marL="0" marR="0" rtl="0" algn="r">
              <a:spcBef>
                <a:spcPts val="0"/>
              </a:spcBef>
              <a:buNone/>
              <a:defRPr sz="900">
                <a:solidFill>
                  <a:srgbClr val="757575"/>
                </a:solidFill>
                <a:latin typeface="Arial"/>
                <a:ea typeface="Arial"/>
                <a:cs typeface="Arial"/>
                <a:sym typeface="Arial"/>
              </a:defRPr>
            </a:lvl3pPr>
            <a:lvl4pPr indent="0" lvl="3" marL="0" marR="0" rtl="0" algn="r">
              <a:spcBef>
                <a:spcPts val="0"/>
              </a:spcBef>
              <a:buNone/>
              <a:defRPr sz="900">
                <a:solidFill>
                  <a:srgbClr val="757575"/>
                </a:solidFill>
                <a:latin typeface="Arial"/>
                <a:ea typeface="Arial"/>
                <a:cs typeface="Arial"/>
                <a:sym typeface="Arial"/>
              </a:defRPr>
            </a:lvl4pPr>
            <a:lvl5pPr indent="0" lvl="4" marL="0" marR="0" rtl="0" algn="r">
              <a:spcBef>
                <a:spcPts val="0"/>
              </a:spcBef>
              <a:buNone/>
              <a:defRPr sz="900">
                <a:solidFill>
                  <a:srgbClr val="757575"/>
                </a:solidFill>
                <a:latin typeface="Arial"/>
                <a:ea typeface="Arial"/>
                <a:cs typeface="Arial"/>
                <a:sym typeface="Arial"/>
              </a:defRPr>
            </a:lvl5pPr>
            <a:lvl6pPr indent="0" lvl="5" marL="0" marR="0" rtl="0" algn="r">
              <a:spcBef>
                <a:spcPts val="0"/>
              </a:spcBef>
              <a:buNone/>
              <a:defRPr sz="900">
                <a:solidFill>
                  <a:srgbClr val="757575"/>
                </a:solidFill>
                <a:latin typeface="Arial"/>
                <a:ea typeface="Arial"/>
                <a:cs typeface="Arial"/>
                <a:sym typeface="Arial"/>
              </a:defRPr>
            </a:lvl6pPr>
            <a:lvl7pPr indent="0" lvl="6" marL="0" marR="0" rtl="0" algn="r">
              <a:spcBef>
                <a:spcPts val="0"/>
              </a:spcBef>
              <a:buNone/>
              <a:defRPr sz="900">
                <a:solidFill>
                  <a:srgbClr val="757575"/>
                </a:solidFill>
                <a:latin typeface="Arial"/>
                <a:ea typeface="Arial"/>
                <a:cs typeface="Arial"/>
                <a:sym typeface="Arial"/>
              </a:defRPr>
            </a:lvl7pPr>
            <a:lvl8pPr indent="0" lvl="7" marL="0" marR="0" rtl="0" algn="r">
              <a:spcBef>
                <a:spcPts val="0"/>
              </a:spcBef>
              <a:buNone/>
              <a:defRPr sz="900">
                <a:solidFill>
                  <a:srgbClr val="757575"/>
                </a:solidFill>
                <a:latin typeface="Arial"/>
                <a:ea typeface="Arial"/>
                <a:cs typeface="Arial"/>
                <a:sym typeface="Arial"/>
              </a:defRPr>
            </a:lvl8pPr>
            <a:lvl9pPr indent="0" lvl="8" marL="0" marR="0" rtl="0" algn="r">
              <a:spcBef>
                <a:spcPts val="0"/>
              </a:spcBef>
              <a:buNone/>
              <a:defRPr sz="900">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spd="slow">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5"/>
          <p:cNvSpPr txBox="1"/>
          <p:nvPr/>
        </p:nvSpPr>
        <p:spPr>
          <a:xfrm>
            <a:off x="372777" y="539343"/>
            <a:ext cx="2224950" cy="942566"/>
          </a:xfrm>
          <a:prstGeom prst="rect">
            <a:avLst/>
          </a:prstGeom>
          <a:noFill/>
          <a:ln>
            <a:noFill/>
          </a:ln>
        </p:spPr>
        <p:txBody>
          <a:bodyPr anchorCtr="0" anchor="ctr" bIns="11425" lIns="22850" spcFirstLastPara="1" rIns="22850" wrap="square" tIns="11425">
            <a:spAutoFit/>
          </a:bodyPr>
          <a:lstStyle/>
          <a:p>
            <a:pPr indent="0" lvl="0" marL="0" marR="0" rtl="0" algn="ctr">
              <a:spcBef>
                <a:spcPts val="0"/>
              </a:spcBef>
              <a:spcAft>
                <a:spcPts val="0"/>
              </a:spcAft>
              <a:buNone/>
            </a:pPr>
            <a:r>
              <a:rPr b="1" lang="en-GB" sz="6000">
                <a:solidFill>
                  <a:srgbClr val="FDFA00"/>
                </a:solidFill>
                <a:latin typeface="Impact"/>
                <a:ea typeface="Impact"/>
                <a:cs typeface="Impact"/>
                <a:sym typeface="Impact"/>
              </a:rPr>
              <a:t>Recap</a:t>
            </a:r>
            <a:endParaRPr sz="400"/>
          </a:p>
        </p:txBody>
      </p:sp>
      <p:sp>
        <p:nvSpPr>
          <p:cNvPr id="129" name="Google Shape;129;p25"/>
          <p:cNvSpPr txBox="1"/>
          <p:nvPr/>
        </p:nvSpPr>
        <p:spPr>
          <a:xfrm>
            <a:off x="2597727" y="976001"/>
            <a:ext cx="2588633" cy="530915"/>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3300"/>
              <a:buFont typeface="Arial"/>
              <a:buNone/>
            </a:pPr>
            <a:r>
              <a:rPr b="0" i="0" lang="en-GB" sz="3300" u="none" cap="none" strike="noStrike">
                <a:solidFill>
                  <a:srgbClr val="FFFFFF"/>
                </a:solidFill>
                <a:latin typeface="Arial"/>
                <a:ea typeface="Arial"/>
                <a:cs typeface="Arial"/>
                <a:sym typeface="Arial"/>
              </a:rPr>
              <a:t>of previous lecture</a:t>
            </a:r>
            <a:endParaRPr sz="400"/>
          </a:p>
        </p:txBody>
      </p:sp>
      <p:sp>
        <p:nvSpPr>
          <p:cNvPr id="130" name="Google Shape;130;p25"/>
          <p:cNvSpPr txBox="1"/>
          <p:nvPr/>
        </p:nvSpPr>
        <p:spPr>
          <a:xfrm>
            <a:off x="894859" y="2034750"/>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131" name="Google Shape;131;p25"/>
          <p:cNvSpPr/>
          <p:nvPr/>
        </p:nvSpPr>
        <p:spPr>
          <a:xfrm>
            <a:off x="342664" y="1973584"/>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132" name="Google Shape;132;p25"/>
          <p:cNvSpPr txBox="1"/>
          <p:nvPr/>
        </p:nvSpPr>
        <p:spPr>
          <a:xfrm>
            <a:off x="358991" y="2023210"/>
            <a:ext cx="366681" cy="300082"/>
          </a:xfrm>
          <a:prstGeom prst="rect">
            <a:avLst/>
          </a:prstGeom>
          <a:noFill/>
          <a:ln>
            <a:noFill/>
          </a:ln>
        </p:spPr>
        <p:txBody>
          <a:bodyPr anchorCtr="0" anchor="t" bIns="11425" lIns="22850" spcFirstLastPara="1" rIns="22850" wrap="square" tIns="11425">
            <a:spAutoFit/>
          </a:bodyPr>
          <a:lstStyle/>
          <a:p>
            <a:pPr indent="0" lvl="0" marL="0" marR="0" rtl="0" algn="ctr">
              <a:lnSpc>
                <a:spcPct val="100000"/>
              </a:lnSpc>
              <a:spcBef>
                <a:spcPts val="0"/>
              </a:spcBef>
              <a:spcAft>
                <a:spcPts val="0"/>
              </a:spcAft>
              <a:buClr>
                <a:schemeClr val="lt1"/>
              </a:buClr>
              <a:buSzPts val="1800"/>
              <a:buFont typeface="Poppins"/>
              <a:buNone/>
            </a:pPr>
            <a:r>
              <a:rPr b="1" i="0" lang="en-GB" sz="1800" u="none" cap="none" strike="noStrike">
                <a:solidFill>
                  <a:schemeClr val="lt1"/>
                </a:solidFill>
                <a:latin typeface="Poppins"/>
                <a:ea typeface="Poppins"/>
                <a:cs typeface="Poppins"/>
                <a:sym typeface="Poppins"/>
              </a:rPr>
              <a:t>1</a:t>
            </a:r>
            <a:endParaRPr sz="400"/>
          </a:p>
        </p:txBody>
      </p:sp>
      <p:sp>
        <p:nvSpPr>
          <p:cNvPr id="133" name="Google Shape;133;p25"/>
          <p:cNvSpPr txBox="1"/>
          <p:nvPr/>
        </p:nvSpPr>
        <p:spPr>
          <a:xfrm>
            <a:off x="894859" y="2661028"/>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134" name="Google Shape;134;p25"/>
          <p:cNvSpPr/>
          <p:nvPr/>
        </p:nvSpPr>
        <p:spPr>
          <a:xfrm>
            <a:off x="342664" y="2599861"/>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135" name="Google Shape;135;p25"/>
          <p:cNvSpPr txBox="1"/>
          <p:nvPr/>
        </p:nvSpPr>
        <p:spPr>
          <a:xfrm>
            <a:off x="358989" y="2649488"/>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2</a:t>
            </a:r>
            <a:endParaRPr sz="400"/>
          </a:p>
        </p:txBody>
      </p:sp>
      <p:sp>
        <p:nvSpPr>
          <p:cNvPr id="136" name="Google Shape;136;p25"/>
          <p:cNvSpPr txBox="1"/>
          <p:nvPr/>
        </p:nvSpPr>
        <p:spPr>
          <a:xfrm>
            <a:off x="894859" y="3287306"/>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137" name="Google Shape;137;p25"/>
          <p:cNvSpPr/>
          <p:nvPr/>
        </p:nvSpPr>
        <p:spPr>
          <a:xfrm>
            <a:off x="358989" y="3176512"/>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138" name="Google Shape;138;p25"/>
          <p:cNvSpPr txBox="1"/>
          <p:nvPr/>
        </p:nvSpPr>
        <p:spPr>
          <a:xfrm>
            <a:off x="375316" y="3226139"/>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3</a:t>
            </a:r>
            <a:endParaRPr sz="400"/>
          </a:p>
        </p:txBody>
      </p:sp>
      <p:sp>
        <p:nvSpPr>
          <p:cNvPr id="139" name="Google Shape;139;p25"/>
          <p:cNvSpPr txBox="1"/>
          <p:nvPr/>
        </p:nvSpPr>
        <p:spPr>
          <a:xfrm>
            <a:off x="894859" y="3913583"/>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140" name="Google Shape;140;p25"/>
          <p:cNvSpPr/>
          <p:nvPr/>
        </p:nvSpPr>
        <p:spPr>
          <a:xfrm>
            <a:off x="342664" y="3852417"/>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141" name="Google Shape;141;p25"/>
          <p:cNvSpPr txBox="1"/>
          <p:nvPr/>
        </p:nvSpPr>
        <p:spPr>
          <a:xfrm>
            <a:off x="358991" y="3902043"/>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4</a:t>
            </a:r>
            <a:endParaRPr sz="400"/>
          </a:p>
        </p:txBody>
      </p:sp>
      <p:grpSp>
        <p:nvGrpSpPr>
          <p:cNvPr id="142" name="Google Shape;142;p25"/>
          <p:cNvGrpSpPr/>
          <p:nvPr/>
        </p:nvGrpSpPr>
        <p:grpSpPr>
          <a:xfrm>
            <a:off x="8503536" y="-143807"/>
            <a:ext cx="514339" cy="667384"/>
            <a:chOff x="11306724" y="96065"/>
            <a:chExt cx="685786" cy="889845"/>
          </a:xfrm>
        </p:grpSpPr>
        <p:sp>
          <p:nvSpPr>
            <p:cNvPr id="143" name="Google Shape;143;p25"/>
            <p:cNvSpPr/>
            <p:nvPr/>
          </p:nvSpPr>
          <p:spPr>
            <a:xfrm flipH="1" rot="10800000">
              <a:off x="11306724" y="96065"/>
              <a:ext cx="685786" cy="889845"/>
            </a:xfrm>
            <a:prstGeom prst="round2SameRect">
              <a:avLst>
                <a:gd fmla="val 50000" name="adj1"/>
                <a:gd fmla="val 0" name="adj2"/>
              </a:avLst>
            </a:prstGeom>
            <a:solidFill>
              <a:schemeClr val="lt1"/>
            </a:solidFill>
            <a:ln>
              <a:noFill/>
            </a:ln>
            <a:effectLst>
              <a:outerShdw blurRad="50800" rotWithShape="0" algn="t" dir="5400000" dist="38100">
                <a:srgbClr val="000000">
                  <a:alpha val="40000"/>
                </a:srgbClr>
              </a:outerShdw>
            </a:effectLst>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pic>
          <p:nvPicPr>
            <p:cNvPr id="144" name="Google Shape;144;p25"/>
            <p:cNvPicPr preferRelativeResize="0"/>
            <p:nvPr/>
          </p:nvPicPr>
          <p:blipFill rotWithShape="1">
            <a:blip r:embed="rId4">
              <a:alphaModFix/>
            </a:blip>
            <a:srcRect b="9836" l="8081" r="10621" t="7836"/>
            <a:stretch/>
          </p:blipFill>
          <p:spPr>
            <a:xfrm>
              <a:off x="11373763" y="365125"/>
              <a:ext cx="551707" cy="546550"/>
            </a:xfrm>
            <a:prstGeom prst="ellipse">
              <a:avLst/>
            </a:prstGeom>
            <a:noFill/>
            <a:ln>
              <a:noFill/>
            </a:ln>
          </p:spPr>
        </p:pic>
      </p:gr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sp>
        <p:nvSpPr>
          <p:cNvPr id="149" name="Google Shape;149;p26"/>
          <p:cNvSpPr txBox="1"/>
          <p:nvPr/>
        </p:nvSpPr>
        <p:spPr>
          <a:xfrm>
            <a:off x="365633" y="532199"/>
            <a:ext cx="2218540" cy="942566"/>
          </a:xfrm>
          <a:prstGeom prst="rect">
            <a:avLst/>
          </a:prstGeom>
          <a:noFill/>
          <a:ln>
            <a:noFill/>
          </a:ln>
        </p:spPr>
        <p:txBody>
          <a:bodyPr anchorCtr="0" anchor="ctr" bIns="11425" lIns="22850" spcFirstLastPara="1" rIns="22850" wrap="square" tIns="11425">
            <a:spAutoFit/>
          </a:bodyPr>
          <a:lstStyle/>
          <a:p>
            <a:pPr indent="0" lvl="0" marL="0" marR="0" rtl="0" algn="ctr">
              <a:spcBef>
                <a:spcPts val="0"/>
              </a:spcBef>
              <a:spcAft>
                <a:spcPts val="0"/>
              </a:spcAft>
              <a:buNone/>
            </a:pPr>
            <a:r>
              <a:rPr b="1" lang="en-GB" sz="6000">
                <a:solidFill>
                  <a:srgbClr val="FDFA00"/>
                </a:solidFill>
                <a:latin typeface="Impact"/>
                <a:ea typeface="Impact"/>
                <a:cs typeface="Impact"/>
                <a:sym typeface="Impact"/>
              </a:rPr>
              <a:t>Topics</a:t>
            </a:r>
            <a:endParaRPr sz="400"/>
          </a:p>
        </p:txBody>
      </p:sp>
      <p:sp>
        <p:nvSpPr>
          <p:cNvPr id="150" name="Google Shape;150;p26"/>
          <p:cNvSpPr txBox="1"/>
          <p:nvPr/>
        </p:nvSpPr>
        <p:spPr>
          <a:xfrm>
            <a:off x="2584173" y="968627"/>
            <a:ext cx="1943100" cy="530915"/>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3300"/>
              <a:buFont typeface="Arial"/>
              <a:buNone/>
            </a:pPr>
            <a:r>
              <a:rPr b="0" i="0" lang="en-GB" sz="3300" u="none" cap="none" strike="noStrike">
                <a:solidFill>
                  <a:srgbClr val="FFFFFF"/>
                </a:solidFill>
                <a:latin typeface="Arial"/>
                <a:ea typeface="Arial"/>
                <a:cs typeface="Arial"/>
                <a:sym typeface="Arial"/>
              </a:rPr>
              <a:t>to be covered</a:t>
            </a:r>
            <a:endParaRPr sz="400"/>
          </a:p>
        </p:txBody>
      </p:sp>
      <p:sp>
        <p:nvSpPr>
          <p:cNvPr id="151" name="Google Shape;151;p26"/>
          <p:cNvSpPr txBox="1"/>
          <p:nvPr/>
        </p:nvSpPr>
        <p:spPr>
          <a:xfrm>
            <a:off x="894859" y="2034750"/>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152" name="Google Shape;152;p26"/>
          <p:cNvSpPr txBox="1"/>
          <p:nvPr/>
        </p:nvSpPr>
        <p:spPr>
          <a:xfrm>
            <a:off x="894859" y="2661028"/>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153" name="Google Shape;153;p26"/>
          <p:cNvSpPr txBox="1"/>
          <p:nvPr/>
        </p:nvSpPr>
        <p:spPr>
          <a:xfrm>
            <a:off x="894859" y="3287306"/>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154" name="Google Shape;154;p26"/>
          <p:cNvSpPr txBox="1"/>
          <p:nvPr/>
        </p:nvSpPr>
        <p:spPr>
          <a:xfrm>
            <a:off x="894859" y="3913583"/>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155" name="Google Shape;155;p26"/>
          <p:cNvSpPr/>
          <p:nvPr/>
        </p:nvSpPr>
        <p:spPr>
          <a:xfrm>
            <a:off x="342664" y="1973584"/>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156" name="Google Shape;156;p26"/>
          <p:cNvSpPr txBox="1"/>
          <p:nvPr/>
        </p:nvSpPr>
        <p:spPr>
          <a:xfrm>
            <a:off x="358991" y="2023210"/>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1</a:t>
            </a:r>
            <a:endParaRPr sz="400"/>
          </a:p>
        </p:txBody>
      </p:sp>
      <p:sp>
        <p:nvSpPr>
          <p:cNvPr id="157" name="Google Shape;157;p26"/>
          <p:cNvSpPr/>
          <p:nvPr/>
        </p:nvSpPr>
        <p:spPr>
          <a:xfrm>
            <a:off x="342664" y="2599861"/>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158" name="Google Shape;158;p26"/>
          <p:cNvSpPr txBox="1"/>
          <p:nvPr/>
        </p:nvSpPr>
        <p:spPr>
          <a:xfrm>
            <a:off x="358991" y="2649488"/>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2</a:t>
            </a:r>
            <a:endParaRPr sz="400"/>
          </a:p>
        </p:txBody>
      </p:sp>
      <p:sp>
        <p:nvSpPr>
          <p:cNvPr id="159" name="Google Shape;159;p26"/>
          <p:cNvSpPr/>
          <p:nvPr/>
        </p:nvSpPr>
        <p:spPr>
          <a:xfrm>
            <a:off x="342664" y="3226139"/>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160" name="Google Shape;160;p26"/>
          <p:cNvSpPr txBox="1"/>
          <p:nvPr/>
        </p:nvSpPr>
        <p:spPr>
          <a:xfrm>
            <a:off x="358991" y="3275765"/>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3</a:t>
            </a:r>
            <a:endParaRPr sz="400"/>
          </a:p>
        </p:txBody>
      </p:sp>
      <p:sp>
        <p:nvSpPr>
          <p:cNvPr id="161" name="Google Shape;161;p26"/>
          <p:cNvSpPr/>
          <p:nvPr/>
        </p:nvSpPr>
        <p:spPr>
          <a:xfrm>
            <a:off x="342664" y="3852417"/>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162" name="Google Shape;162;p26"/>
          <p:cNvSpPr txBox="1"/>
          <p:nvPr/>
        </p:nvSpPr>
        <p:spPr>
          <a:xfrm>
            <a:off x="358991" y="3902043"/>
            <a:ext cx="366681" cy="300082"/>
          </a:xfrm>
          <a:prstGeom prst="rect">
            <a:avLst/>
          </a:prstGeom>
          <a:noFill/>
          <a:ln>
            <a:noFill/>
          </a:ln>
        </p:spPr>
        <p:txBody>
          <a:bodyPr anchorCtr="0" anchor="t" bIns="11425" lIns="22850" spcFirstLastPara="1" rIns="22850" wrap="square" tIns="11425">
            <a:spAutoFit/>
          </a:bodyPr>
          <a:lstStyle/>
          <a:p>
            <a:pPr indent="0" lvl="0" marL="0" marR="0" rtl="0" algn="ctr">
              <a:spcBef>
                <a:spcPts val="0"/>
              </a:spcBef>
              <a:spcAft>
                <a:spcPts val="0"/>
              </a:spcAft>
              <a:buNone/>
            </a:pPr>
            <a:r>
              <a:rPr b="1" lang="en-GB" sz="1800">
                <a:solidFill>
                  <a:schemeClr val="lt1"/>
                </a:solidFill>
                <a:latin typeface="Poppins"/>
                <a:ea typeface="Poppins"/>
                <a:cs typeface="Poppins"/>
                <a:sym typeface="Poppins"/>
              </a:rPr>
              <a:t>4</a:t>
            </a:r>
            <a:endParaRPr sz="400"/>
          </a:p>
        </p:txBody>
      </p:sp>
      <p:grpSp>
        <p:nvGrpSpPr>
          <p:cNvPr id="163" name="Google Shape;163;p26"/>
          <p:cNvGrpSpPr/>
          <p:nvPr/>
        </p:nvGrpSpPr>
        <p:grpSpPr>
          <a:xfrm>
            <a:off x="8521197" y="-135185"/>
            <a:ext cx="514339" cy="667384"/>
            <a:chOff x="11306724" y="96065"/>
            <a:chExt cx="685786" cy="889845"/>
          </a:xfrm>
        </p:grpSpPr>
        <p:sp>
          <p:nvSpPr>
            <p:cNvPr id="164" name="Google Shape;164;p26"/>
            <p:cNvSpPr/>
            <p:nvPr/>
          </p:nvSpPr>
          <p:spPr>
            <a:xfrm flipH="1" rot="10800000">
              <a:off x="11306724" y="96065"/>
              <a:ext cx="685786" cy="889845"/>
            </a:xfrm>
            <a:prstGeom prst="round2SameRect">
              <a:avLst>
                <a:gd fmla="val 50000" name="adj1"/>
                <a:gd fmla="val 0" name="adj2"/>
              </a:avLst>
            </a:prstGeom>
            <a:solidFill>
              <a:schemeClr val="lt1"/>
            </a:solidFill>
            <a:ln>
              <a:noFill/>
            </a:ln>
            <a:effectLst>
              <a:outerShdw blurRad="50800" rotWithShape="0" algn="t" dir="5400000" dist="38100">
                <a:srgbClr val="000000">
                  <a:alpha val="40000"/>
                </a:srgbClr>
              </a:outerShdw>
            </a:effectLst>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pic>
          <p:nvPicPr>
            <p:cNvPr id="165" name="Google Shape;165;p26"/>
            <p:cNvPicPr preferRelativeResize="0"/>
            <p:nvPr/>
          </p:nvPicPr>
          <p:blipFill rotWithShape="1">
            <a:blip r:embed="rId4">
              <a:alphaModFix/>
            </a:blip>
            <a:srcRect b="9836" l="8081" r="10621" t="7836"/>
            <a:stretch/>
          </p:blipFill>
          <p:spPr>
            <a:xfrm>
              <a:off x="11373763" y="365125"/>
              <a:ext cx="551707" cy="546550"/>
            </a:xfrm>
            <a:prstGeom prst="ellipse">
              <a:avLst/>
            </a:prstGeom>
            <a:noFill/>
            <a:ln>
              <a:noFill/>
            </a:ln>
          </p:spPr>
        </p:pic>
      </p:grpSp>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sp>
        <p:nvSpPr>
          <p:cNvPr id="171" name="Google Shape;171;p27"/>
          <p:cNvSpPr txBox="1"/>
          <p:nvPr/>
        </p:nvSpPr>
        <p:spPr>
          <a:xfrm>
            <a:off x="2876358" y="1635504"/>
            <a:ext cx="2727741"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Font Type : Poppins Bold</a:t>
            </a:r>
            <a:endParaRPr b="0" i="0" sz="1500" u="none" cap="none" strike="noStrike">
              <a:solidFill>
                <a:srgbClr val="FFFFFF"/>
              </a:solidFill>
              <a:latin typeface="Poppins"/>
              <a:ea typeface="Poppins"/>
              <a:cs typeface="Poppins"/>
              <a:sym typeface="Poppins"/>
            </a:endParaRPr>
          </a:p>
        </p:txBody>
      </p:sp>
      <p:sp>
        <p:nvSpPr>
          <p:cNvPr id="172" name="Google Shape;172;p27"/>
          <p:cNvSpPr txBox="1"/>
          <p:nvPr/>
        </p:nvSpPr>
        <p:spPr>
          <a:xfrm>
            <a:off x="2876359" y="2138141"/>
            <a:ext cx="1896833"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Font Color : #FFFFFF</a:t>
            </a:r>
            <a:endParaRPr b="0" i="0" sz="1500" u="none" cap="none" strike="noStrike">
              <a:solidFill>
                <a:srgbClr val="FFFFFF"/>
              </a:solidFill>
              <a:latin typeface="Poppins"/>
              <a:ea typeface="Poppins"/>
              <a:cs typeface="Poppins"/>
              <a:sym typeface="Poppins"/>
            </a:endParaRPr>
          </a:p>
        </p:txBody>
      </p:sp>
      <p:sp>
        <p:nvSpPr>
          <p:cNvPr id="173" name="Google Shape;173;p27"/>
          <p:cNvSpPr txBox="1"/>
          <p:nvPr/>
        </p:nvSpPr>
        <p:spPr>
          <a:xfrm>
            <a:off x="2876358" y="2669672"/>
            <a:ext cx="1233190"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Font Size : 28</a:t>
            </a:r>
            <a:endParaRPr b="0" i="0" sz="1500" u="none" cap="none" strike="noStrike">
              <a:solidFill>
                <a:srgbClr val="FFFFFF"/>
              </a:solidFill>
              <a:latin typeface="Poppins"/>
              <a:ea typeface="Poppins"/>
              <a:cs typeface="Poppins"/>
              <a:sym typeface="Poppins"/>
            </a:endParaRPr>
          </a:p>
        </p:txBody>
      </p:sp>
      <p:sp>
        <p:nvSpPr>
          <p:cNvPr id="174" name="Google Shape;174;p27"/>
          <p:cNvSpPr txBox="1"/>
          <p:nvPr/>
        </p:nvSpPr>
        <p:spPr>
          <a:xfrm>
            <a:off x="424212" y="1668601"/>
            <a:ext cx="153054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For Normal Text</a:t>
            </a:r>
            <a:endParaRPr b="0" i="0" sz="1500" u="none" cap="none" strike="noStrike">
              <a:solidFill>
                <a:srgbClr val="FFFFFF"/>
              </a:solidFill>
              <a:latin typeface="Poppins"/>
              <a:ea typeface="Poppins"/>
              <a:cs typeface="Poppins"/>
              <a:sym typeface="Poppins"/>
            </a:endParaRPr>
          </a:p>
        </p:txBody>
      </p:sp>
      <p:sp>
        <p:nvSpPr>
          <p:cNvPr id="175" name="Google Shape;175;p27"/>
          <p:cNvSpPr/>
          <p:nvPr/>
        </p:nvSpPr>
        <p:spPr>
          <a:xfrm>
            <a:off x="3059212" y="1099588"/>
            <a:ext cx="171450" cy="405657"/>
          </a:xfrm>
          <a:prstGeom prst="upArrow">
            <a:avLst>
              <a:gd fmla="val 50000" name="adj1"/>
              <a:gd fmla="val 50000" name="adj2"/>
            </a:avLst>
          </a:prstGeom>
          <a:solidFill>
            <a:schemeClr val="lt1"/>
          </a:solidFill>
          <a:ln>
            <a:noFill/>
          </a:ln>
        </p:spPr>
        <p:txBody>
          <a:bodyPr anchorCtr="0" anchor="ctr" bIns="11425" lIns="22850" spcFirstLastPara="1" rIns="22850" wrap="square" tIns="11425">
            <a:noAutofit/>
          </a:bodyPr>
          <a:lstStyle/>
          <a:p>
            <a:pPr indent="0" lvl="0" marL="0" marR="0" rtl="0" algn="ctr">
              <a:lnSpc>
                <a:spcPct val="100000"/>
              </a:lnSpc>
              <a:spcBef>
                <a:spcPts val="0"/>
              </a:spcBef>
              <a:spcAft>
                <a:spcPts val="0"/>
              </a:spcAft>
              <a:buClr>
                <a:schemeClr val="lt1"/>
              </a:buClr>
              <a:buSzPts val="500"/>
              <a:buFont typeface="Arial"/>
              <a:buNone/>
            </a:pPr>
            <a:r>
              <a:t/>
            </a:r>
            <a:endParaRPr b="0" i="0" sz="500" u="none" cap="none" strike="noStrike">
              <a:solidFill>
                <a:srgbClr val="FFFFFF"/>
              </a:solidFill>
              <a:latin typeface="Calibri"/>
              <a:ea typeface="Calibri"/>
              <a:cs typeface="Calibri"/>
              <a:sym typeface="Calibri"/>
            </a:endParaRPr>
          </a:p>
        </p:txBody>
      </p:sp>
      <p:sp>
        <p:nvSpPr>
          <p:cNvPr id="176" name="Google Shape;176;p27"/>
          <p:cNvSpPr txBox="1"/>
          <p:nvPr/>
        </p:nvSpPr>
        <p:spPr>
          <a:xfrm>
            <a:off x="330640" y="2493469"/>
            <a:ext cx="2135478"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Font Type : Poppins</a:t>
            </a:r>
            <a:endParaRPr b="0" i="0" sz="1500" u="none" cap="none" strike="noStrike">
              <a:solidFill>
                <a:srgbClr val="FFFFFF"/>
              </a:solidFill>
              <a:latin typeface="Poppins"/>
              <a:ea typeface="Poppins"/>
              <a:cs typeface="Poppins"/>
              <a:sym typeface="Poppins"/>
            </a:endParaRPr>
          </a:p>
        </p:txBody>
      </p:sp>
      <p:sp>
        <p:nvSpPr>
          <p:cNvPr id="177" name="Google Shape;177;p27"/>
          <p:cNvSpPr txBox="1"/>
          <p:nvPr/>
        </p:nvSpPr>
        <p:spPr>
          <a:xfrm>
            <a:off x="330640" y="2932051"/>
            <a:ext cx="2135478"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Font Color : #FFFFFF</a:t>
            </a:r>
            <a:endParaRPr b="0" i="0" sz="1500" u="none" cap="none" strike="noStrike">
              <a:solidFill>
                <a:srgbClr val="FFFFFF"/>
              </a:solidFill>
              <a:latin typeface="Poppins"/>
              <a:ea typeface="Poppins"/>
              <a:cs typeface="Poppins"/>
              <a:sym typeface="Poppins"/>
            </a:endParaRPr>
          </a:p>
        </p:txBody>
      </p:sp>
      <p:sp>
        <p:nvSpPr>
          <p:cNvPr id="178" name="Google Shape;178;p27"/>
          <p:cNvSpPr/>
          <p:nvPr/>
        </p:nvSpPr>
        <p:spPr>
          <a:xfrm>
            <a:off x="534686" y="2005571"/>
            <a:ext cx="171450" cy="405657"/>
          </a:xfrm>
          <a:prstGeom prst="upArrow">
            <a:avLst>
              <a:gd fmla="val 50000" name="adj1"/>
              <a:gd fmla="val 50000" name="adj2"/>
            </a:avLst>
          </a:prstGeom>
          <a:solidFill>
            <a:schemeClr val="lt1"/>
          </a:solidFill>
          <a:ln>
            <a:noFill/>
          </a:ln>
        </p:spPr>
        <p:txBody>
          <a:bodyPr anchorCtr="0" anchor="ctr" bIns="11425" lIns="22850" spcFirstLastPara="1" rIns="22850" wrap="square" tIns="11425">
            <a:noAutofit/>
          </a:bodyPr>
          <a:lstStyle/>
          <a:p>
            <a:pPr indent="0" lvl="0" marL="0" marR="0" rtl="0" algn="ctr">
              <a:lnSpc>
                <a:spcPct val="100000"/>
              </a:lnSpc>
              <a:spcBef>
                <a:spcPts val="0"/>
              </a:spcBef>
              <a:spcAft>
                <a:spcPts val="0"/>
              </a:spcAft>
              <a:buClr>
                <a:schemeClr val="lt1"/>
              </a:buClr>
              <a:buSzPts val="4100"/>
              <a:buFont typeface="Arial"/>
              <a:buNone/>
            </a:pPr>
            <a:r>
              <a:t/>
            </a:r>
            <a:endParaRPr b="0" i="0" sz="4100" u="none" cap="none" strike="noStrike">
              <a:solidFill>
                <a:srgbClr val="FFFFFF"/>
              </a:solidFill>
              <a:latin typeface="Calibri"/>
              <a:ea typeface="Calibri"/>
              <a:cs typeface="Calibri"/>
              <a:sym typeface="Calibri"/>
            </a:endParaRPr>
          </a:p>
        </p:txBody>
      </p:sp>
      <p:sp>
        <p:nvSpPr>
          <p:cNvPr id="179" name="Google Shape;179;p27"/>
          <p:cNvSpPr txBox="1"/>
          <p:nvPr/>
        </p:nvSpPr>
        <p:spPr>
          <a:xfrm>
            <a:off x="5913340" y="949965"/>
            <a:ext cx="2727741" cy="946413"/>
          </a:xfrm>
          <a:prstGeom prst="rect">
            <a:avLst/>
          </a:prstGeom>
          <a:noFill/>
          <a:ln>
            <a:noFill/>
          </a:ln>
        </p:spPr>
        <p:txBody>
          <a:bodyPr anchorCtr="0" anchor="t" bIns="11425" lIns="22850" spcFirstLastPara="1" rIns="22850" wrap="square" tIns="11425">
            <a:spAutoFit/>
          </a:bodyPr>
          <a:lstStyle/>
          <a:p>
            <a:pPr indent="-247650" lvl="0" marL="254000" marR="0" rtl="0" algn="l">
              <a:lnSpc>
                <a:spcPct val="100000"/>
              </a:lnSpc>
              <a:spcBef>
                <a:spcPts val="0"/>
              </a:spcBef>
              <a:spcAft>
                <a:spcPts val="0"/>
              </a:spcAft>
              <a:buClr>
                <a:schemeClr val="lt1"/>
              </a:buClr>
              <a:buSzPts val="1500"/>
              <a:buFont typeface="Arial"/>
              <a:buChar char="•"/>
            </a:pPr>
            <a:r>
              <a:rPr b="0" i="0" lang="en-GB" sz="1500" u="none" cap="none" strike="noStrike">
                <a:solidFill>
                  <a:schemeClr val="lt1"/>
                </a:solidFill>
                <a:latin typeface="Cambria Math"/>
                <a:ea typeface="Cambria Math"/>
                <a:cs typeface="Cambria Math"/>
                <a:sym typeface="Cambria Math"/>
              </a:rPr>
              <a:t>Those who don’t know, Press    ( Alt ) + ( = ) button to type in Cambria Math for equations like - </a:t>
            </a:r>
            <a:endParaRPr b="0" i="0" sz="1500" u="none" cap="none" strike="noStrike">
              <a:solidFill>
                <a:schemeClr val="lt1"/>
              </a:solidFill>
              <a:latin typeface="Cambria Math"/>
              <a:ea typeface="Cambria Math"/>
              <a:cs typeface="Cambria Math"/>
              <a:sym typeface="Cambria Math"/>
            </a:endParaRPr>
          </a:p>
        </p:txBody>
      </p:sp>
      <p:sp>
        <p:nvSpPr>
          <p:cNvPr id="180" name="Google Shape;180;p27"/>
          <p:cNvSpPr txBox="1"/>
          <p:nvPr/>
        </p:nvSpPr>
        <p:spPr>
          <a:xfrm>
            <a:off x="6795530" y="1857041"/>
            <a:ext cx="1314449" cy="253916"/>
          </a:xfrm>
          <a:prstGeom prst="rect">
            <a:avLst/>
          </a:prstGeom>
          <a:blipFill rotWithShape="1">
            <a:blip r:embed="rId4">
              <a:alphaModFix/>
            </a:blip>
            <a:stretch>
              <a:fillRect b="0" l="0" r="0" t="0"/>
            </a:stretch>
          </a:blipFill>
          <a:ln>
            <a:noFill/>
          </a:ln>
        </p:spPr>
        <p:txBody>
          <a:bodyPr anchorCtr="0" anchor="t" bIns="11425" lIns="22850" spcFirstLastPara="1" rIns="22850" wrap="square" tIns="11425">
            <a:noAutofit/>
          </a:bodyPr>
          <a:lstStyle/>
          <a:p>
            <a:pPr indent="0" lvl="0" marL="0" marR="0" rtl="0" algn="l">
              <a:spcBef>
                <a:spcPts val="0"/>
              </a:spcBef>
              <a:spcAft>
                <a:spcPts val="0"/>
              </a:spcAft>
              <a:buNone/>
            </a:pPr>
            <a:r>
              <a:rPr lang="en-GB" sz="500">
                <a:latin typeface="Arial"/>
                <a:ea typeface="Arial"/>
                <a:cs typeface="Arial"/>
                <a:sym typeface="Arial"/>
              </a:rPr>
              <a:t> </a:t>
            </a:r>
            <a:endParaRPr sz="400"/>
          </a:p>
        </p:txBody>
      </p:sp>
      <p:sp>
        <p:nvSpPr>
          <p:cNvPr id="181" name="Google Shape;181;p27"/>
          <p:cNvSpPr txBox="1"/>
          <p:nvPr/>
        </p:nvSpPr>
        <p:spPr>
          <a:xfrm>
            <a:off x="6157406" y="2781914"/>
            <a:ext cx="2906584" cy="300082"/>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chemeClr val="lt1"/>
              </a:buClr>
              <a:buSzPts val="1800"/>
              <a:buFont typeface="Cambria Math"/>
              <a:buNone/>
            </a:pPr>
            <a:r>
              <a:rPr b="0" i="0" lang="en-GB" sz="1800" u="none" cap="none" strike="noStrike">
                <a:solidFill>
                  <a:schemeClr val="lt1"/>
                </a:solidFill>
                <a:latin typeface="Cambria Math"/>
                <a:ea typeface="Cambria Math"/>
                <a:cs typeface="Cambria Math"/>
                <a:sym typeface="Cambria Math"/>
              </a:rPr>
              <a:t>Font Color :#FFC000</a:t>
            </a:r>
            <a:endParaRPr b="0" i="0" sz="1800" u="none" cap="none" strike="noStrike">
              <a:solidFill>
                <a:schemeClr val="lt1"/>
              </a:solidFill>
              <a:latin typeface="Cambria Math"/>
              <a:ea typeface="Cambria Math"/>
              <a:cs typeface="Cambria Math"/>
              <a:sym typeface="Cambria Math"/>
            </a:endParaRPr>
          </a:p>
        </p:txBody>
      </p:sp>
      <p:sp>
        <p:nvSpPr>
          <p:cNvPr id="182" name="Google Shape;182;p27"/>
          <p:cNvSpPr txBox="1"/>
          <p:nvPr/>
        </p:nvSpPr>
        <p:spPr>
          <a:xfrm>
            <a:off x="6157406" y="3070418"/>
            <a:ext cx="1356012" cy="300082"/>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chemeClr val="lt1"/>
              </a:buClr>
              <a:buSzPts val="1800"/>
              <a:buFont typeface="Cambria Math"/>
              <a:buNone/>
            </a:pPr>
            <a:r>
              <a:rPr b="0" i="0" lang="en-GB" sz="1800" u="none" cap="none" strike="noStrike">
                <a:solidFill>
                  <a:schemeClr val="lt1"/>
                </a:solidFill>
                <a:latin typeface="Cambria Math"/>
                <a:ea typeface="Cambria Math"/>
                <a:cs typeface="Cambria Math"/>
                <a:sym typeface="Cambria Math"/>
              </a:rPr>
              <a:t>Font Size : 18</a:t>
            </a:r>
            <a:endParaRPr b="0" i="0" sz="1800" u="none" cap="none" strike="noStrike">
              <a:solidFill>
                <a:schemeClr val="lt1"/>
              </a:solidFill>
              <a:latin typeface="Cambria Math"/>
              <a:ea typeface="Cambria Math"/>
              <a:cs typeface="Cambria Math"/>
              <a:sym typeface="Cambria Math"/>
            </a:endParaRPr>
          </a:p>
        </p:txBody>
      </p:sp>
      <p:sp>
        <p:nvSpPr>
          <p:cNvPr id="183" name="Google Shape;183;p27"/>
          <p:cNvSpPr txBox="1"/>
          <p:nvPr/>
        </p:nvSpPr>
        <p:spPr>
          <a:xfrm>
            <a:off x="6157406" y="3402383"/>
            <a:ext cx="1679402" cy="300082"/>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chemeClr val="lt1"/>
              </a:buClr>
              <a:buSzPts val="1800"/>
              <a:buFont typeface="Cambria Math"/>
              <a:buNone/>
            </a:pPr>
            <a:r>
              <a:rPr b="0" i="0" lang="en-GB" sz="1800" u="none" cap="none" strike="noStrike">
                <a:solidFill>
                  <a:schemeClr val="lt1"/>
                </a:solidFill>
                <a:latin typeface="Cambria Math"/>
                <a:ea typeface="Cambria Math"/>
                <a:cs typeface="Cambria Math"/>
                <a:sym typeface="Cambria Math"/>
              </a:rPr>
              <a:t>Font Style : Italic</a:t>
            </a:r>
            <a:endParaRPr b="0" i="0" sz="1800" u="none" cap="none" strike="noStrike">
              <a:solidFill>
                <a:schemeClr val="lt1"/>
              </a:solidFill>
              <a:latin typeface="Cambria Math"/>
              <a:ea typeface="Cambria Math"/>
              <a:cs typeface="Cambria Math"/>
              <a:sym typeface="Cambria Math"/>
            </a:endParaRPr>
          </a:p>
        </p:txBody>
      </p:sp>
      <p:sp>
        <p:nvSpPr>
          <p:cNvPr id="184" name="Google Shape;184;p27"/>
          <p:cNvSpPr/>
          <p:nvPr/>
        </p:nvSpPr>
        <p:spPr>
          <a:xfrm>
            <a:off x="7367029" y="2240905"/>
            <a:ext cx="171450" cy="405657"/>
          </a:xfrm>
          <a:prstGeom prst="upArrow">
            <a:avLst>
              <a:gd fmla="val 50000" name="adj1"/>
              <a:gd fmla="val 50000" name="adj2"/>
            </a:avLst>
          </a:prstGeom>
          <a:solidFill>
            <a:schemeClr val="lt1"/>
          </a:solidFill>
          <a:ln>
            <a:noFill/>
          </a:ln>
        </p:spPr>
        <p:txBody>
          <a:bodyPr anchorCtr="0" anchor="ctr" bIns="11425" lIns="22850" spcFirstLastPara="1" rIns="22850" wrap="square" tIns="11425">
            <a:noAutofit/>
          </a:bodyPr>
          <a:lstStyle/>
          <a:p>
            <a:pPr indent="0" lvl="0" marL="0" marR="0" rtl="0" algn="ctr">
              <a:lnSpc>
                <a:spcPct val="100000"/>
              </a:lnSpc>
              <a:spcBef>
                <a:spcPts val="0"/>
              </a:spcBef>
              <a:spcAft>
                <a:spcPts val="0"/>
              </a:spcAft>
              <a:buClr>
                <a:schemeClr val="lt1"/>
              </a:buClr>
              <a:buSzPts val="4100"/>
              <a:buFont typeface="Arial"/>
              <a:buNone/>
            </a:pPr>
            <a:r>
              <a:t/>
            </a:r>
            <a:endParaRPr b="0" i="0" sz="4100" u="none" cap="none" strike="noStrike">
              <a:solidFill>
                <a:srgbClr val="FFC000"/>
              </a:solidFill>
              <a:latin typeface="Cambria Math"/>
              <a:ea typeface="Cambria Math"/>
              <a:cs typeface="Cambria Math"/>
              <a:sym typeface="Cambria Math"/>
            </a:endParaRPr>
          </a:p>
        </p:txBody>
      </p:sp>
      <p:sp>
        <p:nvSpPr>
          <p:cNvPr id="185" name="Google Shape;185;p27"/>
          <p:cNvSpPr txBox="1"/>
          <p:nvPr/>
        </p:nvSpPr>
        <p:spPr>
          <a:xfrm>
            <a:off x="344033" y="3370631"/>
            <a:ext cx="1642033"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Font Size : 18</a:t>
            </a:r>
            <a:endParaRPr b="0" i="0" sz="1500" u="none" cap="none" strike="noStrike">
              <a:solidFill>
                <a:srgbClr val="FFFFFF"/>
              </a:solidFill>
              <a:latin typeface="Poppins"/>
              <a:ea typeface="Poppins"/>
              <a:cs typeface="Poppins"/>
              <a:sym typeface="Poppins"/>
            </a:endParaRPr>
          </a:p>
        </p:txBody>
      </p:sp>
      <p:sp>
        <p:nvSpPr>
          <p:cNvPr id="186" name="Google Shape;186;p27"/>
          <p:cNvSpPr/>
          <p:nvPr/>
        </p:nvSpPr>
        <p:spPr>
          <a:xfrm>
            <a:off x="-105895" y="3923180"/>
            <a:ext cx="9355791" cy="954678"/>
          </a:xfrm>
          <a:prstGeom prst="roundRect">
            <a:avLst>
              <a:gd fmla="val 8216" name="adj"/>
            </a:avLst>
          </a:prstGeom>
          <a:gradFill>
            <a:gsLst>
              <a:gs pos="0">
                <a:srgbClr val="FDFA00"/>
              </a:gs>
              <a:gs pos="100000">
                <a:srgbClr val="FFC000"/>
              </a:gs>
            </a:gsLst>
            <a:lin ang="2700000" scaled="0"/>
          </a:gradFill>
          <a:ln>
            <a:noFill/>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rgbClr val="240207"/>
              </a:solidFill>
              <a:latin typeface="Poppins ExtraBold"/>
              <a:ea typeface="Poppins ExtraBold"/>
              <a:cs typeface="Poppins ExtraBold"/>
              <a:sym typeface="Poppins ExtraBold"/>
            </a:endParaRPr>
          </a:p>
        </p:txBody>
      </p:sp>
      <p:sp>
        <p:nvSpPr>
          <p:cNvPr id="187" name="Google Shape;187;p27"/>
          <p:cNvSpPr txBox="1"/>
          <p:nvPr/>
        </p:nvSpPr>
        <p:spPr>
          <a:xfrm>
            <a:off x="453580" y="3996562"/>
            <a:ext cx="8236841" cy="761747"/>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chemeClr val="dk1"/>
              </a:buClr>
              <a:buSzPts val="1200"/>
              <a:buFont typeface="Poppins"/>
              <a:buNone/>
            </a:pPr>
            <a:r>
              <a:rPr b="1" i="0" lang="en-GB" sz="1200" u="none" cap="none" strike="noStrike">
                <a:solidFill>
                  <a:schemeClr val="dk1"/>
                </a:solidFill>
                <a:latin typeface="Poppins"/>
                <a:ea typeface="Poppins"/>
                <a:cs typeface="Poppins"/>
                <a:sym typeface="Poppins"/>
              </a:rPr>
              <a:t>PS -</a:t>
            </a:r>
            <a:r>
              <a:rPr b="0" i="0" lang="en-GB" sz="1200" u="none" cap="none" strike="noStrike">
                <a:solidFill>
                  <a:schemeClr val="dk1"/>
                </a:solidFill>
                <a:latin typeface="Poppins"/>
                <a:ea typeface="Poppins"/>
                <a:cs typeface="Poppins"/>
                <a:sym typeface="Poppins"/>
              </a:rPr>
              <a:t> This ppt is given for design purpose only and for your reference that where to type what or how to go with your final ppt content. So please follow the written instructions given in each placeholder and remove the given ’type here’ text to type your related content on the same place. </a:t>
            </a:r>
            <a:r>
              <a:rPr b="1" i="0" lang="en-GB" sz="1200" u="none" cap="none" strike="noStrike">
                <a:solidFill>
                  <a:schemeClr val="dk1"/>
                </a:solidFill>
                <a:latin typeface="Poppins"/>
                <a:ea typeface="Poppins"/>
                <a:cs typeface="Poppins"/>
                <a:sym typeface="Poppins"/>
              </a:rPr>
              <a:t>Do use Microsoft PowerPoint slideshow </a:t>
            </a:r>
            <a:r>
              <a:rPr b="0" i="0" lang="en-GB" sz="1200" u="none" cap="none" strike="noStrike">
                <a:solidFill>
                  <a:schemeClr val="dk1"/>
                </a:solidFill>
                <a:latin typeface="Poppins"/>
                <a:ea typeface="Poppins"/>
                <a:cs typeface="Poppins"/>
                <a:sym typeface="Poppins"/>
              </a:rPr>
              <a:t>for its best view &amp; If you have any issues, please connect with our ppt team.</a:t>
            </a:r>
            <a:endParaRPr sz="400"/>
          </a:p>
        </p:txBody>
      </p:sp>
      <p:grpSp>
        <p:nvGrpSpPr>
          <p:cNvPr id="188" name="Google Shape;188;p27"/>
          <p:cNvGrpSpPr/>
          <p:nvPr/>
        </p:nvGrpSpPr>
        <p:grpSpPr>
          <a:xfrm>
            <a:off x="8433252" y="-138010"/>
            <a:ext cx="514339" cy="667384"/>
            <a:chOff x="11306724" y="96065"/>
            <a:chExt cx="685786" cy="889845"/>
          </a:xfrm>
        </p:grpSpPr>
        <p:sp>
          <p:nvSpPr>
            <p:cNvPr id="189" name="Google Shape;189;p27"/>
            <p:cNvSpPr/>
            <p:nvPr/>
          </p:nvSpPr>
          <p:spPr>
            <a:xfrm flipH="1" rot="10800000">
              <a:off x="11306724" y="96065"/>
              <a:ext cx="685786" cy="889845"/>
            </a:xfrm>
            <a:prstGeom prst="round2SameRect">
              <a:avLst>
                <a:gd fmla="val 50000" name="adj1"/>
                <a:gd fmla="val 0" name="adj2"/>
              </a:avLst>
            </a:prstGeom>
            <a:solidFill>
              <a:schemeClr val="lt1"/>
            </a:solidFill>
            <a:ln>
              <a:noFill/>
            </a:ln>
            <a:effectLst>
              <a:outerShdw blurRad="50800" rotWithShape="0" algn="t" dir="5400000" dist="38100">
                <a:srgbClr val="000000">
                  <a:alpha val="40000"/>
                </a:srgbClr>
              </a:outerShdw>
            </a:effectLst>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pic>
          <p:nvPicPr>
            <p:cNvPr id="190" name="Google Shape;190;p27"/>
            <p:cNvPicPr preferRelativeResize="0"/>
            <p:nvPr/>
          </p:nvPicPr>
          <p:blipFill rotWithShape="1">
            <a:blip r:embed="rId5">
              <a:alphaModFix/>
            </a:blip>
            <a:srcRect b="9836" l="8081" r="10621" t="7836"/>
            <a:stretch/>
          </p:blipFill>
          <p:spPr>
            <a:xfrm>
              <a:off x="11373763" y="365125"/>
              <a:ext cx="551707" cy="546550"/>
            </a:xfrm>
            <a:prstGeom prst="ellipse">
              <a:avLst/>
            </a:prstGeom>
            <a:noFill/>
            <a:ln>
              <a:noFill/>
            </a:ln>
          </p:spPr>
        </p:pic>
      </p:grpSp>
      <p:sp>
        <p:nvSpPr>
          <p:cNvPr id="191" name="Google Shape;191;p27"/>
          <p:cNvSpPr/>
          <p:nvPr/>
        </p:nvSpPr>
        <p:spPr>
          <a:xfrm>
            <a:off x="-279010" y="241656"/>
            <a:ext cx="4615685" cy="687165"/>
          </a:xfrm>
          <a:prstGeom prst="roundRect">
            <a:avLst>
              <a:gd fmla="val 50000" name="adj"/>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192" name="Google Shape;192;p27"/>
          <p:cNvSpPr/>
          <p:nvPr/>
        </p:nvSpPr>
        <p:spPr>
          <a:xfrm>
            <a:off x="153001" y="119388"/>
            <a:ext cx="972180" cy="931703"/>
          </a:xfrm>
          <a:prstGeom prst="ellipse">
            <a:avLst/>
          </a:prstGeom>
          <a:solidFill>
            <a:schemeClr val="lt1"/>
          </a:solidFill>
          <a:ln cap="flat" cmpd="sng" w="139700">
            <a:solidFill>
              <a:srgbClr val="BFBFBF"/>
            </a:solidFill>
            <a:prstDash val="solid"/>
            <a:miter lim="8000"/>
            <a:headEnd len="sm" w="sm" type="none"/>
            <a:tailEnd len="sm" w="sm" type="none"/>
          </a:ln>
          <a:effectLst>
            <a:outerShdw blurRad="50800" rotWithShape="0" algn="r" dir="10800000" dist="38100">
              <a:srgbClr val="000000">
                <a:alpha val="40000"/>
              </a:srgbClr>
            </a:outerShdw>
          </a:effectLst>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193" name="Google Shape;193;p27"/>
          <p:cNvSpPr txBox="1"/>
          <p:nvPr/>
        </p:nvSpPr>
        <p:spPr>
          <a:xfrm>
            <a:off x="1426567" y="412115"/>
            <a:ext cx="2910109" cy="346249"/>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chemeClr val="lt1"/>
              </a:buClr>
              <a:buSzPts val="2100"/>
              <a:buFont typeface="Poppins"/>
              <a:buNone/>
            </a:pPr>
            <a:r>
              <a:rPr b="1" i="0" lang="en-GB" sz="2100" u="none" cap="none" strike="noStrike">
                <a:solidFill>
                  <a:schemeClr val="lt1"/>
                </a:solidFill>
                <a:latin typeface="Poppins"/>
                <a:ea typeface="Poppins"/>
                <a:cs typeface="Poppins"/>
                <a:sym typeface="Poppins"/>
              </a:rPr>
              <a:t>Type Heading Here</a:t>
            </a:r>
            <a:endParaRPr sz="400"/>
          </a:p>
        </p:txBody>
      </p:sp>
      <p:pic>
        <p:nvPicPr>
          <p:cNvPr id="194" name="Google Shape;194;p27"/>
          <p:cNvPicPr preferRelativeResize="0"/>
          <p:nvPr/>
        </p:nvPicPr>
        <p:blipFill rotWithShape="1">
          <a:blip r:embed="rId6">
            <a:alphaModFix/>
          </a:blip>
          <a:srcRect b="0" l="0" r="0" t="0"/>
          <a:stretch/>
        </p:blipFill>
        <p:spPr>
          <a:xfrm rot="-1101748">
            <a:off x="304049" y="271983"/>
            <a:ext cx="670081" cy="670081"/>
          </a:xfrm>
          <a:prstGeom prst="rect">
            <a:avLst/>
          </a:prstGeom>
          <a:noFill/>
          <a:ln>
            <a:noFill/>
          </a:ln>
        </p:spPr>
      </p:pic>
    </p:spTree>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8" name="Shape 198"/>
        <p:cNvGrpSpPr/>
        <p:nvPr/>
      </p:nvGrpSpPr>
      <p:grpSpPr>
        <a:xfrm>
          <a:off x="0" y="0"/>
          <a:ext cx="0" cy="0"/>
          <a:chOff x="0" y="0"/>
          <a:chExt cx="0" cy="0"/>
        </a:xfrm>
      </p:grpSpPr>
      <p:grpSp>
        <p:nvGrpSpPr>
          <p:cNvPr id="199" name="Google Shape;199;p28"/>
          <p:cNvGrpSpPr/>
          <p:nvPr/>
        </p:nvGrpSpPr>
        <p:grpSpPr>
          <a:xfrm>
            <a:off x="8469469" y="-118461"/>
            <a:ext cx="514350" cy="667350"/>
            <a:chOff x="11306724" y="96110"/>
            <a:chExt cx="685800" cy="889800"/>
          </a:xfrm>
        </p:grpSpPr>
        <p:sp>
          <p:nvSpPr>
            <p:cNvPr id="200" name="Google Shape;200;p28"/>
            <p:cNvSpPr/>
            <p:nvPr/>
          </p:nvSpPr>
          <p:spPr>
            <a:xfrm flipH="1" rot="10800000">
              <a:off x="11306724" y="96110"/>
              <a:ext cx="685800" cy="889800"/>
            </a:xfrm>
            <a:prstGeom prst="round2SameRect">
              <a:avLst>
                <a:gd fmla="val 50000" name="adj1"/>
                <a:gd fmla="val 0" name="adj2"/>
              </a:avLst>
            </a:prstGeom>
            <a:solidFill>
              <a:schemeClr val="lt1"/>
            </a:solidFill>
            <a:ln>
              <a:noFill/>
            </a:ln>
            <a:effectLst>
              <a:outerShdw blurRad="50800" rotWithShape="0" algn="t" dir="5400000" dist="38100">
                <a:srgbClr val="000000">
                  <a:alpha val="40000"/>
                </a:srgbClr>
              </a:outerShdw>
            </a:effectLst>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pic>
          <p:nvPicPr>
            <p:cNvPr id="201" name="Google Shape;201;p28"/>
            <p:cNvPicPr preferRelativeResize="0"/>
            <p:nvPr/>
          </p:nvPicPr>
          <p:blipFill rotWithShape="1">
            <a:blip r:embed="rId4">
              <a:alphaModFix/>
            </a:blip>
            <a:srcRect b="9838" l="8081" r="10618" t="7837"/>
            <a:stretch/>
          </p:blipFill>
          <p:spPr>
            <a:xfrm>
              <a:off x="11373763" y="365125"/>
              <a:ext cx="551700" cy="546600"/>
            </a:xfrm>
            <a:prstGeom prst="ellipse">
              <a:avLst/>
            </a:prstGeom>
            <a:noFill/>
            <a:ln>
              <a:noFill/>
            </a:ln>
          </p:spPr>
        </p:pic>
      </p:grpSp>
      <p:sp>
        <p:nvSpPr>
          <p:cNvPr id="202" name="Google Shape;202;p28"/>
          <p:cNvSpPr/>
          <p:nvPr/>
        </p:nvSpPr>
        <p:spPr>
          <a:xfrm>
            <a:off x="-380914" y="288256"/>
            <a:ext cx="4388700" cy="687300"/>
          </a:xfrm>
          <a:prstGeom prst="roundRect">
            <a:avLst>
              <a:gd fmla="val 50000" name="adj"/>
            </a:avLst>
          </a:prstGeom>
          <a:gradFill>
            <a:gsLst>
              <a:gs pos="0">
                <a:srgbClr val="410061"/>
              </a:gs>
              <a:gs pos="100000">
                <a:srgbClr val="180132"/>
              </a:gs>
            </a:gsLst>
            <a:lin ang="5400012"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203" name="Google Shape;203;p28"/>
          <p:cNvSpPr txBox="1"/>
          <p:nvPr/>
        </p:nvSpPr>
        <p:spPr>
          <a:xfrm>
            <a:off x="1107393" y="458714"/>
            <a:ext cx="2910000" cy="346200"/>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b="1" lang="en-GB" sz="2100">
                <a:solidFill>
                  <a:schemeClr val="lt1"/>
                </a:solidFill>
                <a:latin typeface="Poppins"/>
                <a:ea typeface="Poppins"/>
                <a:cs typeface="Poppins"/>
                <a:sym typeface="Poppins"/>
              </a:rPr>
              <a:t>Type Heading Here</a:t>
            </a:r>
            <a:endParaRPr sz="400"/>
          </a:p>
        </p:txBody>
      </p:sp>
      <p:sp>
        <p:nvSpPr>
          <p:cNvPr id="204" name="Google Shape;204;p28"/>
          <p:cNvSpPr/>
          <p:nvPr/>
        </p:nvSpPr>
        <p:spPr>
          <a:xfrm>
            <a:off x="82226" y="173239"/>
            <a:ext cx="972300" cy="931800"/>
          </a:xfrm>
          <a:prstGeom prst="ellipse">
            <a:avLst/>
          </a:prstGeom>
          <a:solidFill>
            <a:schemeClr val="lt1"/>
          </a:solidFill>
          <a:ln cap="flat" cmpd="sng" w="139700">
            <a:solidFill>
              <a:srgbClr val="BFBFBF"/>
            </a:solidFill>
            <a:prstDash val="solid"/>
            <a:miter lim="8000"/>
            <a:headEnd len="sm" w="sm" type="none"/>
            <a:tailEnd len="sm" w="sm" type="none"/>
          </a:ln>
          <a:effectLst>
            <a:outerShdw blurRad="50800" rotWithShape="0" algn="r" dir="10800000" dist="38100">
              <a:srgbClr val="000000">
                <a:alpha val="40000"/>
              </a:srgbClr>
            </a:outerShdw>
          </a:effectLst>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pic>
        <p:nvPicPr>
          <p:cNvPr id="205" name="Google Shape;205;p28"/>
          <p:cNvPicPr preferRelativeResize="0"/>
          <p:nvPr/>
        </p:nvPicPr>
        <p:blipFill rotWithShape="1">
          <a:blip r:embed="rId5">
            <a:alphaModFix/>
          </a:blip>
          <a:srcRect b="0" l="0" r="0" t="0"/>
          <a:stretch/>
        </p:blipFill>
        <p:spPr>
          <a:xfrm rot="-1101748">
            <a:off x="315628" y="327532"/>
            <a:ext cx="608613" cy="608613"/>
          </a:xfrm>
          <a:prstGeom prst="rect">
            <a:avLst/>
          </a:prstGeom>
          <a:noFill/>
          <a:ln>
            <a:noFill/>
          </a:ln>
        </p:spPr>
      </p:pic>
    </p:spTree>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9" name="Shape 209"/>
        <p:cNvGrpSpPr/>
        <p:nvPr/>
      </p:nvGrpSpPr>
      <p:grpSpPr>
        <a:xfrm>
          <a:off x="0" y="0"/>
          <a:ext cx="0" cy="0"/>
          <a:chOff x="0" y="0"/>
          <a:chExt cx="0" cy="0"/>
        </a:xfrm>
      </p:grpSpPr>
      <p:grpSp>
        <p:nvGrpSpPr>
          <p:cNvPr id="210" name="Google Shape;210;p29"/>
          <p:cNvGrpSpPr/>
          <p:nvPr/>
        </p:nvGrpSpPr>
        <p:grpSpPr>
          <a:xfrm>
            <a:off x="8456240" y="-123836"/>
            <a:ext cx="514339" cy="667384"/>
            <a:chOff x="11306724" y="96065"/>
            <a:chExt cx="685786" cy="889845"/>
          </a:xfrm>
        </p:grpSpPr>
        <p:sp>
          <p:nvSpPr>
            <p:cNvPr id="211" name="Google Shape;211;p29"/>
            <p:cNvSpPr/>
            <p:nvPr/>
          </p:nvSpPr>
          <p:spPr>
            <a:xfrm flipH="1" rot="10800000">
              <a:off x="11306724" y="96065"/>
              <a:ext cx="685786" cy="889845"/>
            </a:xfrm>
            <a:prstGeom prst="round2SameRect">
              <a:avLst>
                <a:gd fmla="val 50000" name="adj1"/>
                <a:gd fmla="val 0" name="adj2"/>
              </a:avLst>
            </a:prstGeom>
            <a:solidFill>
              <a:schemeClr val="lt1"/>
            </a:solidFill>
            <a:ln>
              <a:noFill/>
            </a:ln>
            <a:effectLst>
              <a:outerShdw blurRad="50800" rotWithShape="0" algn="t" dir="5400000" dist="38100">
                <a:srgbClr val="000000">
                  <a:alpha val="40000"/>
                </a:srgbClr>
              </a:outerShdw>
            </a:effectLst>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pic>
          <p:nvPicPr>
            <p:cNvPr id="212" name="Google Shape;212;p29"/>
            <p:cNvPicPr preferRelativeResize="0"/>
            <p:nvPr/>
          </p:nvPicPr>
          <p:blipFill rotWithShape="1">
            <a:blip r:embed="rId4">
              <a:alphaModFix/>
            </a:blip>
            <a:srcRect b="9836" l="8081" r="10621" t="7836"/>
            <a:stretch/>
          </p:blipFill>
          <p:spPr>
            <a:xfrm>
              <a:off x="11373763" y="365125"/>
              <a:ext cx="551707" cy="546550"/>
            </a:xfrm>
            <a:prstGeom prst="ellipse">
              <a:avLst/>
            </a:prstGeom>
            <a:noFill/>
            <a:ln>
              <a:noFill/>
            </a:ln>
          </p:spPr>
        </p:pic>
      </p:grpSp>
    </p:spTree>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6" name="Shape 216"/>
        <p:cNvGrpSpPr/>
        <p:nvPr/>
      </p:nvGrpSpPr>
      <p:grpSpPr>
        <a:xfrm>
          <a:off x="0" y="0"/>
          <a:ext cx="0" cy="0"/>
          <a:chOff x="0" y="0"/>
          <a:chExt cx="0" cy="0"/>
        </a:xfrm>
      </p:grpSpPr>
      <p:sp>
        <p:nvSpPr>
          <p:cNvPr id="217" name="Google Shape;217;p30"/>
          <p:cNvSpPr txBox="1"/>
          <p:nvPr/>
        </p:nvSpPr>
        <p:spPr>
          <a:xfrm>
            <a:off x="254376" y="809577"/>
            <a:ext cx="2027920"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00"/>
              </a:buClr>
              <a:buSzPts val="1500"/>
              <a:buFont typeface="Poppins"/>
              <a:buNone/>
            </a:pPr>
            <a:r>
              <a:rPr b="0" i="0" lang="en-GB" sz="1500" u="none" cap="none" strike="noStrike">
                <a:solidFill>
                  <a:srgbClr val="FFFF00"/>
                </a:solidFill>
                <a:latin typeface="Poppins"/>
                <a:ea typeface="Poppins"/>
                <a:cs typeface="Poppins"/>
                <a:sym typeface="Poppins"/>
              </a:rPr>
              <a:t>Type question here</a:t>
            </a:r>
            <a:endParaRPr sz="400"/>
          </a:p>
        </p:txBody>
      </p:sp>
      <p:sp>
        <p:nvSpPr>
          <p:cNvPr id="218" name="Google Shape;218;p30"/>
          <p:cNvSpPr txBox="1"/>
          <p:nvPr/>
        </p:nvSpPr>
        <p:spPr>
          <a:xfrm>
            <a:off x="803419" y="2066580"/>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219" name="Google Shape;219;p30"/>
          <p:cNvSpPr txBox="1"/>
          <p:nvPr/>
        </p:nvSpPr>
        <p:spPr>
          <a:xfrm>
            <a:off x="803419" y="2689978"/>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220" name="Google Shape;220;p30"/>
          <p:cNvSpPr txBox="1"/>
          <p:nvPr/>
        </p:nvSpPr>
        <p:spPr>
          <a:xfrm>
            <a:off x="803419" y="3319136"/>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221" name="Google Shape;221;p30"/>
          <p:cNvSpPr txBox="1"/>
          <p:nvPr/>
        </p:nvSpPr>
        <p:spPr>
          <a:xfrm>
            <a:off x="803419" y="3945413"/>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222" name="Google Shape;222;p30"/>
          <p:cNvSpPr/>
          <p:nvPr/>
        </p:nvSpPr>
        <p:spPr>
          <a:xfrm>
            <a:off x="251224" y="2005414"/>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223" name="Google Shape;223;p30"/>
          <p:cNvSpPr txBox="1"/>
          <p:nvPr/>
        </p:nvSpPr>
        <p:spPr>
          <a:xfrm>
            <a:off x="267549" y="2055040"/>
            <a:ext cx="366681" cy="300082"/>
          </a:xfrm>
          <a:prstGeom prst="rect">
            <a:avLst/>
          </a:prstGeom>
          <a:noFill/>
          <a:ln>
            <a:noFill/>
          </a:ln>
        </p:spPr>
        <p:txBody>
          <a:bodyPr anchorCtr="0" anchor="t" bIns="11425" lIns="22850" spcFirstLastPara="1" rIns="22850" wrap="square" tIns="11425">
            <a:spAutoFit/>
          </a:bodyPr>
          <a:lstStyle/>
          <a:p>
            <a:pPr indent="0" lvl="0" marL="0" marR="0" rtl="0" algn="ctr">
              <a:lnSpc>
                <a:spcPct val="100000"/>
              </a:lnSpc>
              <a:spcBef>
                <a:spcPts val="0"/>
              </a:spcBef>
              <a:spcAft>
                <a:spcPts val="0"/>
              </a:spcAft>
              <a:buClr>
                <a:schemeClr val="lt1"/>
              </a:buClr>
              <a:buSzPts val="1800"/>
              <a:buFont typeface="Poppins"/>
              <a:buNone/>
            </a:pPr>
            <a:r>
              <a:rPr b="1" i="0" lang="en-GB" sz="1800" u="none" cap="none" strike="noStrike">
                <a:solidFill>
                  <a:schemeClr val="lt1"/>
                </a:solidFill>
                <a:latin typeface="Poppins"/>
                <a:ea typeface="Poppins"/>
                <a:cs typeface="Poppins"/>
                <a:sym typeface="Poppins"/>
              </a:rPr>
              <a:t>A</a:t>
            </a:r>
            <a:endParaRPr sz="400"/>
          </a:p>
        </p:txBody>
      </p:sp>
      <p:sp>
        <p:nvSpPr>
          <p:cNvPr id="224" name="Google Shape;224;p30"/>
          <p:cNvSpPr/>
          <p:nvPr/>
        </p:nvSpPr>
        <p:spPr>
          <a:xfrm>
            <a:off x="251224" y="2631691"/>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225" name="Google Shape;225;p30"/>
          <p:cNvSpPr txBox="1"/>
          <p:nvPr/>
        </p:nvSpPr>
        <p:spPr>
          <a:xfrm>
            <a:off x="267549" y="2681318"/>
            <a:ext cx="366681" cy="300082"/>
          </a:xfrm>
          <a:prstGeom prst="rect">
            <a:avLst/>
          </a:prstGeom>
          <a:noFill/>
          <a:ln>
            <a:noFill/>
          </a:ln>
        </p:spPr>
        <p:txBody>
          <a:bodyPr anchorCtr="0" anchor="t" bIns="11425" lIns="22850" spcFirstLastPara="1" rIns="22850" wrap="square" tIns="11425">
            <a:spAutoFit/>
          </a:bodyPr>
          <a:lstStyle/>
          <a:p>
            <a:pPr indent="0" lvl="0" marL="0" marR="0" rtl="0" algn="ctr">
              <a:lnSpc>
                <a:spcPct val="100000"/>
              </a:lnSpc>
              <a:spcBef>
                <a:spcPts val="0"/>
              </a:spcBef>
              <a:spcAft>
                <a:spcPts val="0"/>
              </a:spcAft>
              <a:buClr>
                <a:schemeClr val="lt1"/>
              </a:buClr>
              <a:buSzPts val="1800"/>
              <a:buFont typeface="Poppins"/>
              <a:buNone/>
            </a:pPr>
            <a:r>
              <a:rPr b="1" i="0" lang="en-GB" sz="1800" u="none" cap="none" strike="noStrike">
                <a:solidFill>
                  <a:schemeClr val="lt1"/>
                </a:solidFill>
                <a:latin typeface="Poppins"/>
                <a:ea typeface="Poppins"/>
                <a:cs typeface="Poppins"/>
                <a:sym typeface="Poppins"/>
              </a:rPr>
              <a:t>B</a:t>
            </a:r>
            <a:endParaRPr sz="400"/>
          </a:p>
        </p:txBody>
      </p:sp>
      <p:sp>
        <p:nvSpPr>
          <p:cNvPr id="226" name="Google Shape;226;p30"/>
          <p:cNvSpPr/>
          <p:nvPr/>
        </p:nvSpPr>
        <p:spPr>
          <a:xfrm>
            <a:off x="251224" y="3257969"/>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227" name="Google Shape;227;p30"/>
          <p:cNvSpPr txBox="1"/>
          <p:nvPr/>
        </p:nvSpPr>
        <p:spPr>
          <a:xfrm>
            <a:off x="267549" y="3307596"/>
            <a:ext cx="366681" cy="300082"/>
          </a:xfrm>
          <a:prstGeom prst="rect">
            <a:avLst/>
          </a:prstGeom>
          <a:noFill/>
          <a:ln>
            <a:noFill/>
          </a:ln>
        </p:spPr>
        <p:txBody>
          <a:bodyPr anchorCtr="0" anchor="t" bIns="11425" lIns="22850" spcFirstLastPara="1" rIns="22850" wrap="square" tIns="11425">
            <a:spAutoFit/>
          </a:bodyPr>
          <a:lstStyle/>
          <a:p>
            <a:pPr indent="0" lvl="0" marL="0" marR="0" rtl="0" algn="ctr">
              <a:lnSpc>
                <a:spcPct val="100000"/>
              </a:lnSpc>
              <a:spcBef>
                <a:spcPts val="0"/>
              </a:spcBef>
              <a:spcAft>
                <a:spcPts val="0"/>
              </a:spcAft>
              <a:buClr>
                <a:schemeClr val="lt1"/>
              </a:buClr>
              <a:buSzPts val="1800"/>
              <a:buFont typeface="Poppins"/>
              <a:buNone/>
            </a:pPr>
            <a:r>
              <a:rPr b="1" i="0" lang="en-GB" sz="1800" u="none" cap="none" strike="noStrike">
                <a:solidFill>
                  <a:schemeClr val="lt1"/>
                </a:solidFill>
                <a:latin typeface="Poppins"/>
                <a:ea typeface="Poppins"/>
                <a:cs typeface="Poppins"/>
                <a:sym typeface="Poppins"/>
              </a:rPr>
              <a:t>C</a:t>
            </a:r>
            <a:endParaRPr sz="400"/>
          </a:p>
        </p:txBody>
      </p:sp>
      <p:sp>
        <p:nvSpPr>
          <p:cNvPr id="228" name="Google Shape;228;p30"/>
          <p:cNvSpPr/>
          <p:nvPr/>
        </p:nvSpPr>
        <p:spPr>
          <a:xfrm>
            <a:off x="251224" y="3884247"/>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229" name="Google Shape;229;p30"/>
          <p:cNvSpPr txBox="1"/>
          <p:nvPr/>
        </p:nvSpPr>
        <p:spPr>
          <a:xfrm>
            <a:off x="267550" y="3933873"/>
            <a:ext cx="366681" cy="300082"/>
          </a:xfrm>
          <a:prstGeom prst="rect">
            <a:avLst/>
          </a:prstGeom>
          <a:noFill/>
          <a:ln>
            <a:noFill/>
          </a:ln>
        </p:spPr>
        <p:txBody>
          <a:bodyPr anchorCtr="0" anchor="t" bIns="11425" lIns="22850" spcFirstLastPara="1" rIns="22850" wrap="square" tIns="11425">
            <a:spAutoFit/>
          </a:bodyPr>
          <a:lstStyle/>
          <a:p>
            <a:pPr indent="0" lvl="0" marL="0" marR="0" rtl="0" algn="ctr">
              <a:lnSpc>
                <a:spcPct val="100000"/>
              </a:lnSpc>
              <a:spcBef>
                <a:spcPts val="0"/>
              </a:spcBef>
              <a:spcAft>
                <a:spcPts val="0"/>
              </a:spcAft>
              <a:buClr>
                <a:schemeClr val="lt1"/>
              </a:buClr>
              <a:buSzPts val="1800"/>
              <a:buFont typeface="Poppins"/>
              <a:buNone/>
            </a:pPr>
            <a:r>
              <a:rPr b="1" i="0" lang="en-GB" sz="1800" u="none" cap="none" strike="noStrike">
                <a:solidFill>
                  <a:schemeClr val="lt1"/>
                </a:solidFill>
                <a:latin typeface="Poppins"/>
                <a:ea typeface="Poppins"/>
                <a:cs typeface="Poppins"/>
                <a:sym typeface="Poppins"/>
              </a:rPr>
              <a:t>D</a:t>
            </a:r>
            <a:endParaRPr sz="400"/>
          </a:p>
        </p:txBody>
      </p:sp>
      <p:grpSp>
        <p:nvGrpSpPr>
          <p:cNvPr id="230" name="Google Shape;230;p30"/>
          <p:cNvGrpSpPr/>
          <p:nvPr/>
        </p:nvGrpSpPr>
        <p:grpSpPr>
          <a:xfrm>
            <a:off x="8433617" y="-29514"/>
            <a:ext cx="514339" cy="667384"/>
            <a:chOff x="11306724" y="96065"/>
            <a:chExt cx="685786" cy="889845"/>
          </a:xfrm>
        </p:grpSpPr>
        <p:sp>
          <p:nvSpPr>
            <p:cNvPr id="231" name="Google Shape;231;p30"/>
            <p:cNvSpPr/>
            <p:nvPr/>
          </p:nvSpPr>
          <p:spPr>
            <a:xfrm flipH="1" rot="10800000">
              <a:off x="11306724" y="96065"/>
              <a:ext cx="685786" cy="889845"/>
            </a:xfrm>
            <a:prstGeom prst="round2SameRect">
              <a:avLst>
                <a:gd fmla="val 50000" name="adj1"/>
                <a:gd fmla="val 0" name="adj2"/>
              </a:avLst>
            </a:prstGeom>
            <a:solidFill>
              <a:schemeClr val="lt1"/>
            </a:solidFill>
            <a:ln>
              <a:noFill/>
            </a:ln>
            <a:effectLst>
              <a:outerShdw blurRad="50800" rotWithShape="0" algn="t" dir="5400000" dist="38100">
                <a:srgbClr val="000000">
                  <a:alpha val="40000"/>
                </a:srgbClr>
              </a:outerShdw>
            </a:effectLst>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pic>
          <p:nvPicPr>
            <p:cNvPr id="232" name="Google Shape;232;p30"/>
            <p:cNvPicPr preferRelativeResize="0"/>
            <p:nvPr/>
          </p:nvPicPr>
          <p:blipFill rotWithShape="1">
            <a:blip r:embed="rId4">
              <a:alphaModFix/>
            </a:blip>
            <a:srcRect b="9836" l="8081" r="10621" t="7836"/>
            <a:stretch/>
          </p:blipFill>
          <p:spPr>
            <a:xfrm>
              <a:off x="11373763" y="365125"/>
              <a:ext cx="551707" cy="546550"/>
            </a:xfrm>
            <a:prstGeom prst="ellipse">
              <a:avLst/>
            </a:prstGeom>
            <a:noFill/>
            <a:ln>
              <a:noFill/>
            </a:ln>
          </p:spPr>
        </p:pic>
      </p:grpSp>
      <p:sp>
        <p:nvSpPr>
          <p:cNvPr id="233" name="Google Shape;233;p30"/>
          <p:cNvSpPr/>
          <p:nvPr/>
        </p:nvSpPr>
        <p:spPr>
          <a:xfrm>
            <a:off x="-363401" y="314704"/>
            <a:ext cx="2027920" cy="392415"/>
          </a:xfrm>
          <a:prstGeom prst="roundRect">
            <a:avLst>
              <a:gd fmla="val 50000" name="adj"/>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rPr lang="en-GB" sz="2800">
                <a:solidFill>
                  <a:schemeClr val="lt1"/>
                </a:solidFill>
                <a:latin typeface="Arial"/>
                <a:ea typeface="Arial"/>
                <a:cs typeface="Arial"/>
                <a:sym typeface="Arial"/>
              </a:rPr>
              <a:t>v</a:t>
            </a:r>
            <a:endParaRPr sz="2800">
              <a:solidFill>
                <a:schemeClr val="lt1"/>
              </a:solidFill>
              <a:latin typeface="Arial"/>
              <a:ea typeface="Arial"/>
              <a:cs typeface="Arial"/>
              <a:sym typeface="Arial"/>
            </a:endParaRPr>
          </a:p>
        </p:txBody>
      </p:sp>
      <p:sp>
        <p:nvSpPr>
          <p:cNvPr id="234" name="Google Shape;234;p30"/>
          <p:cNvSpPr txBox="1"/>
          <p:nvPr/>
        </p:nvSpPr>
        <p:spPr>
          <a:xfrm>
            <a:off x="251223" y="383954"/>
            <a:ext cx="1201059"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chemeClr val="lt1"/>
              </a:buClr>
              <a:buSzPts val="1500"/>
              <a:buFont typeface="Poppins"/>
              <a:buNone/>
            </a:pPr>
            <a:r>
              <a:rPr b="1" i="0" lang="en-GB" sz="1500" u="none" cap="none" strike="noStrike">
                <a:solidFill>
                  <a:schemeClr val="lt1"/>
                </a:solidFill>
                <a:latin typeface="Poppins"/>
                <a:ea typeface="Poppins"/>
                <a:cs typeface="Poppins"/>
                <a:sym typeface="Poppins"/>
              </a:rPr>
              <a:t>QUESTION</a:t>
            </a:r>
            <a:endParaRPr sz="400"/>
          </a:p>
        </p:txBody>
      </p:sp>
    </p:spTree>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 name="Shape 238"/>
        <p:cNvGrpSpPr/>
        <p:nvPr/>
      </p:nvGrpSpPr>
      <p:grpSpPr>
        <a:xfrm>
          <a:off x="0" y="0"/>
          <a:ext cx="0" cy="0"/>
          <a:chOff x="0" y="0"/>
          <a:chExt cx="0" cy="0"/>
        </a:xfrm>
      </p:grpSpPr>
      <p:sp>
        <p:nvSpPr>
          <p:cNvPr id="239" name="Google Shape;239;p31"/>
          <p:cNvSpPr txBox="1"/>
          <p:nvPr/>
        </p:nvSpPr>
        <p:spPr>
          <a:xfrm>
            <a:off x="171245" y="823719"/>
            <a:ext cx="8721536" cy="946413"/>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500">
                <a:solidFill>
                  <a:srgbClr val="FFFF00"/>
                </a:solidFill>
                <a:latin typeface="Poppins"/>
                <a:ea typeface="Poppins"/>
                <a:cs typeface="Poppins"/>
                <a:sym typeface="Poppins"/>
              </a:rPr>
              <a:t>Type question here</a:t>
            </a:r>
            <a:endParaRPr sz="400"/>
          </a:p>
          <a:p>
            <a:pPr indent="0" lvl="0" marL="0" marR="0" rtl="0" algn="l">
              <a:spcBef>
                <a:spcPts val="0"/>
              </a:spcBef>
              <a:spcAft>
                <a:spcPts val="0"/>
              </a:spcAft>
              <a:buNone/>
            </a:pPr>
            <a:r>
              <a:t/>
            </a:r>
            <a:endParaRPr sz="1500">
              <a:solidFill>
                <a:srgbClr val="FFFF00"/>
              </a:solidFill>
              <a:latin typeface="Poppins"/>
              <a:ea typeface="Poppins"/>
              <a:cs typeface="Poppins"/>
              <a:sym typeface="Poppins"/>
            </a:endParaRPr>
          </a:p>
          <a:p>
            <a:pPr indent="0" lvl="0" marL="0" marR="0" rtl="0" algn="l">
              <a:spcBef>
                <a:spcPts val="0"/>
              </a:spcBef>
              <a:spcAft>
                <a:spcPts val="0"/>
              </a:spcAft>
              <a:buNone/>
            </a:pPr>
            <a:r>
              <a:t/>
            </a:r>
            <a:endParaRPr sz="1500">
              <a:solidFill>
                <a:srgbClr val="FFFF00"/>
              </a:solidFill>
              <a:latin typeface="Poppins"/>
              <a:ea typeface="Poppins"/>
              <a:cs typeface="Poppins"/>
              <a:sym typeface="Poppins"/>
            </a:endParaRPr>
          </a:p>
          <a:p>
            <a:pPr indent="0" lvl="0" marL="0" marR="0" rtl="0" algn="l">
              <a:spcBef>
                <a:spcPts val="0"/>
              </a:spcBef>
              <a:spcAft>
                <a:spcPts val="0"/>
              </a:spcAft>
              <a:buNone/>
            </a:pPr>
            <a:r>
              <a:t/>
            </a:r>
            <a:endParaRPr sz="1500">
              <a:solidFill>
                <a:srgbClr val="FFFF00"/>
              </a:solidFill>
              <a:latin typeface="Poppins"/>
              <a:ea typeface="Poppins"/>
              <a:cs typeface="Poppins"/>
              <a:sym typeface="Poppins"/>
            </a:endParaRPr>
          </a:p>
        </p:txBody>
      </p:sp>
      <p:sp>
        <p:nvSpPr>
          <p:cNvPr id="240" name="Google Shape;240;p31"/>
          <p:cNvSpPr txBox="1"/>
          <p:nvPr/>
        </p:nvSpPr>
        <p:spPr>
          <a:xfrm>
            <a:off x="803419" y="2078123"/>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241" name="Google Shape;241;p31"/>
          <p:cNvSpPr/>
          <p:nvPr/>
        </p:nvSpPr>
        <p:spPr>
          <a:xfrm>
            <a:off x="251224" y="2005414"/>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242" name="Google Shape;242;p31"/>
          <p:cNvSpPr txBox="1"/>
          <p:nvPr/>
        </p:nvSpPr>
        <p:spPr>
          <a:xfrm>
            <a:off x="267549" y="2055040"/>
            <a:ext cx="366681" cy="300082"/>
          </a:xfrm>
          <a:prstGeom prst="rect">
            <a:avLst/>
          </a:prstGeom>
          <a:noFill/>
          <a:ln>
            <a:noFill/>
          </a:ln>
        </p:spPr>
        <p:txBody>
          <a:bodyPr anchorCtr="0" anchor="t" bIns="11425" lIns="22850" spcFirstLastPara="1" rIns="22850" wrap="square" tIns="11425">
            <a:spAutoFit/>
          </a:bodyPr>
          <a:lstStyle/>
          <a:p>
            <a:pPr indent="0" lvl="0" marL="0" marR="0" rtl="0" algn="ctr">
              <a:lnSpc>
                <a:spcPct val="100000"/>
              </a:lnSpc>
              <a:spcBef>
                <a:spcPts val="0"/>
              </a:spcBef>
              <a:spcAft>
                <a:spcPts val="0"/>
              </a:spcAft>
              <a:buClr>
                <a:schemeClr val="lt1"/>
              </a:buClr>
              <a:buSzPts val="1800"/>
              <a:buFont typeface="Poppins"/>
              <a:buNone/>
            </a:pPr>
            <a:r>
              <a:rPr b="1" i="0" lang="en-GB" sz="1800" u="none" cap="none" strike="noStrike">
                <a:solidFill>
                  <a:schemeClr val="lt1"/>
                </a:solidFill>
                <a:latin typeface="Poppins"/>
                <a:ea typeface="Poppins"/>
                <a:cs typeface="Poppins"/>
                <a:sym typeface="Poppins"/>
              </a:rPr>
              <a:t>A</a:t>
            </a:r>
            <a:endParaRPr sz="400"/>
          </a:p>
        </p:txBody>
      </p:sp>
      <p:sp>
        <p:nvSpPr>
          <p:cNvPr id="243" name="Google Shape;243;p31"/>
          <p:cNvSpPr txBox="1"/>
          <p:nvPr/>
        </p:nvSpPr>
        <p:spPr>
          <a:xfrm>
            <a:off x="803419" y="2704401"/>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244" name="Google Shape;244;p31"/>
          <p:cNvSpPr/>
          <p:nvPr/>
        </p:nvSpPr>
        <p:spPr>
          <a:xfrm>
            <a:off x="251224" y="2631691"/>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245" name="Google Shape;245;p31"/>
          <p:cNvSpPr txBox="1"/>
          <p:nvPr/>
        </p:nvSpPr>
        <p:spPr>
          <a:xfrm>
            <a:off x="267549" y="2681318"/>
            <a:ext cx="366681" cy="300082"/>
          </a:xfrm>
          <a:prstGeom prst="rect">
            <a:avLst/>
          </a:prstGeom>
          <a:noFill/>
          <a:ln>
            <a:noFill/>
          </a:ln>
        </p:spPr>
        <p:txBody>
          <a:bodyPr anchorCtr="0" anchor="t" bIns="11425" lIns="22850" spcFirstLastPara="1" rIns="22850" wrap="square" tIns="11425">
            <a:spAutoFit/>
          </a:bodyPr>
          <a:lstStyle/>
          <a:p>
            <a:pPr indent="0" lvl="0" marL="0" marR="0" rtl="0" algn="ctr">
              <a:lnSpc>
                <a:spcPct val="100000"/>
              </a:lnSpc>
              <a:spcBef>
                <a:spcPts val="0"/>
              </a:spcBef>
              <a:spcAft>
                <a:spcPts val="0"/>
              </a:spcAft>
              <a:buClr>
                <a:schemeClr val="lt1"/>
              </a:buClr>
              <a:buSzPts val="1800"/>
              <a:buFont typeface="Poppins"/>
              <a:buNone/>
            </a:pPr>
            <a:r>
              <a:rPr b="1" i="0" lang="en-GB" sz="1800" u="none" cap="none" strike="noStrike">
                <a:solidFill>
                  <a:schemeClr val="lt1"/>
                </a:solidFill>
                <a:latin typeface="Poppins"/>
                <a:ea typeface="Poppins"/>
                <a:cs typeface="Poppins"/>
                <a:sym typeface="Poppins"/>
              </a:rPr>
              <a:t>C</a:t>
            </a:r>
            <a:endParaRPr sz="400"/>
          </a:p>
        </p:txBody>
      </p:sp>
      <p:sp>
        <p:nvSpPr>
          <p:cNvPr id="246" name="Google Shape;246;p31"/>
          <p:cNvSpPr txBox="1"/>
          <p:nvPr/>
        </p:nvSpPr>
        <p:spPr>
          <a:xfrm>
            <a:off x="5276593" y="2078123"/>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247" name="Google Shape;247;p31"/>
          <p:cNvSpPr/>
          <p:nvPr/>
        </p:nvSpPr>
        <p:spPr>
          <a:xfrm>
            <a:off x="4724397" y="2005414"/>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248" name="Google Shape;248;p31"/>
          <p:cNvSpPr txBox="1"/>
          <p:nvPr/>
        </p:nvSpPr>
        <p:spPr>
          <a:xfrm>
            <a:off x="4740723" y="2055040"/>
            <a:ext cx="366681" cy="300082"/>
          </a:xfrm>
          <a:prstGeom prst="rect">
            <a:avLst/>
          </a:prstGeom>
          <a:noFill/>
          <a:ln>
            <a:noFill/>
          </a:ln>
        </p:spPr>
        <p:txBody>
          <a:bodyPr anchorCtr="0" anchor="t" bIns="11425" lIns="22850" spcFirstLastPara="1" rIns="22850" wrap="square" tIns="11425">
            <a:spAutoFit/>
          </a:bodyPr>
          <a:lstStyle/>
          <a:p>
            <a:pPr indent="0" lvl="0" marL="0" marR="0" rtl="0" algn="ctr">
              <a:lnSpc>
                <a:spcPct val="100000"/>
              </a:lnSpc>
              <a:spcBef>
                <a:spcPts val="0"/>
              </a:spcBef>
              <a:spcAft>
                <a:spcPts val="0"/>
              </a:spcAft>
              <a:buClr>
                <a:schemeClr val="lt1"/>
              </a:buClr>
              <a:buSzPts val="1800"/>
              <a:buFont typeface="Poppins"/>
              <a:buNone/>
            </a:pPr>
            <a:r>
              <a:rPr b="1" i="0" lang="en-GB" sz="1800" u="none" cap="none" strike="noStrike">
                <a:solidFill>
                  <a:schemeClr val="lt1"/>
                </a:solidFill>
                <a:latin typeface="Poppins"/>
                <a:ea typeface="Poppins"/>
                <a:cs typeface="Poppins"/>
                <a:sym typeface="Poppins"/>
              </a:rPr>
              <a:t>B</a:t>
            </a:r>
            <a:endParaRPr sz="400"/>
          </a:p>
        </p:txBody>
      </p:sp>
      <p:sp>
        <p:nvSpPr>
          <p:cNvPr id="249" name="Google Shape;249;p31"/>
          <p:cNvSpPr txBox="1"/>
          <p:nvPr/>
        </p:nvSpPr>
        <p:spPr>
          <a:xfrm>
            <a:off x="5276593" y="2692858"/>
            <a:ext cx="3616187"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rgbClr val="FFFFFF"/>
              </a:buClr>
              <a:buSzPts val="1500"/>
              <a:buFont typeface="Poppins"/>
              <a:buNone/>
            </a:pPr>
            <a:r>
              <a:rPr b="0" i="0" lang="en-GB" sz="1500" u="none" cap="none" strike="noStrike">
                <a:solidFill>
                  <a:srgbClr val="FFFFFF"/>
                </a:solidFill>
                <a:latin typeface="Poppins"/>
                <a:ea typeface="Poppins"/>
                <a:cs typeface="Poppins"/>
                <a:sym typeface="Poppins"/>
              </a:rPr>
              <a:t>Type option here</a:t>
            </a:r>
            <a:endParaRPr sz="400"/>
          </a:p>
        </p:txBody>
      </p:sp>
      <p:sp>
        <p:nvSpPr>
          <p:cNvPr id="250" name="Google Shape;250;p31"/>
          <p:cNvSpPr/>
          <p:nvPr/>
        </p:nvSpPr>
        <p:spPr>
          <a:xfrm>
            <a:off x="4724397" y="2631691"/>
            <a:ext cx="399335" cy="399335"/>
          </a:xfrm>
          <a:prstGeom prst="ellipse">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251" name="Google Shape;251;p31"/>
          <p:cNvSpPr txBox="1"/>
          <p:nvPr/>
        </p:nvSpPr>
        <p:spPr>
          <a:xfrm>
            <a:off x="4740723" y="2681318"/>
            <a:ext cx="366681" cy="300082"/>
          </a:xfrm>
          <a:prstGeom prst="rect">
            <a:avLst/>
          </a:prstGeom>
          <a:noFill/>
          <a:ln>
            <a:noFill/>
          </a:ln>
        </p:spPr>
        <p:txBody>
          <a:bodyPr anchorCtr="0" anchor="t" bIns="11425" lIns="22850" spcFirstLastPara="1" rIns="22850" wrap="square" tIns="11425">
            <a:spAutoFit/>
          </a:bodyPr>
          <a:lstStyle/>
          <a:p>
            <a:pPr indent="0" lvl="0" marL="0" marR="0" rtl="0" algn="ctr">
              <a:lnSpc>
                <a:spcPct val="100000"/>
              </a:lnSpc>
              <a:spcBef>
                <a:spcPts val="0"/>
              </a:spcBef>
              <a:spcAft>
                <a:spcPts val="0"/>
              </a:spcAft>
              <a:buClr>
                <a:schemeClr val="lt1"/>
              </a:buClr>
              <a:buSzPts val="1800"/>
              <a:buFont typeface="Poppins"/>
              <a:buNone/>
            </a:pPr>
            <a:r>
              <a:rPr b="1" i="0" lang="en-GB" sz="1800" u="none" cap="none" strike="noStrike">
                <a:solidFill>
                  <a:schemeClr val="lt1"/>
                </a:solidFill>
                <a:latin typeface="Poppins"/>
                <a:ea typeface="Poppins"/>
                <a:cs typeface="Poppins"/>
                <a:sym typeface="Poppins"/>
              </a:rPr>
              <a:t>D</a:t>
            </a:r>
            <a:endParaRPr sz="400"/>
          </a:p>
        </p:txBody>
      </p:sp>
      <p:grpSp>
        <p:nvGrpSpPr>
          <p:cNvPr id="252" name="Google Shape;252;p31"/>
          <p:cNvGrpSpPr/>
          <p:nvPr/>
        </p:nvGrpSpPr>
        <p:grpSpPr>
          <a:xfrm>
            <a:off x="8479888" y="-151656"/>
            <a:ext cx="514339" cy="667384"/>
            <a:chOff x="11306724" y="96065"/>
            <a:chExt cx="685786" cy="889845"/>
          </a:xfrm>
        </p:grpSpPr>
        <p:sp>
          <p:nvSpPr>
            <p:cNvPr id="253" name="Google Shape;253;p31"/>
            <p:cNvSpPr/>
            <p:nvPr/>
          </p:nvSpPr>
          <p:spPr>
            <a:xfrm flipH="1" rot="10800000">
              <a:off x="11306724" y="96065"/>
              <a:ext cx="685786" cy="889845"/>
            </a:xfrm>
            <a:prstGeom prst="round2SameRect">
              <a:avLst>
                <a:gd fmla="val 50000" name="adj1"/>
                <a:gd fmla="val 0" name="adj2"/>
              </a:avLst>
            </a:prstGeom>
            <a:solidFill>
              <a:schemeClr val="lt1"/>
            </a:solidFill>
            <a:ln>
              <a:noFill/>
            </a:ln>
            <a:effectLst>
              <a:outerShdw blurRad="50800" rotWithShape="0" algn="t" dir="5400000" dist="38100">
                <a:srgbClr val="000000">
                  <a:alpha val="40000"/>
                </a:srgbClr>
              </a:outerShdw>
            </a:effectLst>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pic>
          <p:nvPicPr>
            <p:cNvPr id="254" name="Google Shape;254;p31"/>
            <p:cNvPicPr preferRelativeResize="0"/>
            <p:nvPr/>
          </p:nvPicPr>
          <p:blipFill rotWithShape="1">
            <a:blip r:embed="rId4">
              <a:alphaModFix/>
            </a:blip>
            <a:srcRect b="9836" l="8081" r="10621" t="7836"/>
            <a:stretch/>
          </p:blipFill>
          <p:spPr>
            <a:xfrm>
              <a:off x="11373763" y="365125"/>
              <a:ext cx="551707" cy="546550"/>
            </a:xfrm>
            <a:prstGeom prst="ellipse">
              <a:avLst/>
            </a:prstGeom>
            <a:noFill/>
            <a:ln>
              <a:noFill/>
            </a:ln>
          </p:spPr>
        </p:pic>
      </p:grpSp>
      <p:sp>
        <p:nvSpPr>
          <p:cNvPr id="255" name="Google Shape;255;p31"/>
          <p:cNvSpPr/>
          <p:nvPr/>
        </p:nvSpPr>
        <p:spPr>
          <a:xfrm>
            <a:off x="-363401" y="314704"/>
            <a:ext cx="2027920" cy="392415"/>
          </a:xfrm>
          <a:prstGeom prst="roundRect">
            <a:avLst>
              <a:gd fmla="val 50000" name="adj"/>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256" name="Google Shape;256;p31"/>
          <p:cNvSpPr txBox="1"/>
          <p:nvPr/>
        </p:nvSpPr>
        <p:spPr>
          <a:xfrm>
            <a:off x="251223" y="383954"/>
            <a:ext cx="1201059"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chemeClr val="lt1"/>
              </a:buClr>
              <a:buSzPts val="1500"/>
              <a:buFont typeface="Poppins"/>
              <a:buNone/>
            </a:pPr>
            <a:r>
              <a:rPr b="1" i="0" lang="en-GB" sz="1500" u="none" cap="none" strike="noStrike">
                <a:solidFill>
                  <a:schemeClr val="lt1"/>
                </a:solidFill>
                <a:latin typeface="Poppins"/>
                <a:ea typeface="Poppins"/>
                <a:cs typeface="Poppins"/>
                <a:sym typeface="Poppins"/>
              </a:rPr>
              <a:t>QUESTION</a:t>
            </a:r>
            <a:endParaRPr sz="400"/>
          </a:p>
        </p:txBody>
      </p:sp>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0" name="Shape 260"/>
        <p:cNvGrpSpPr/>
        <p:nvPr/>
      </p:nvGrpSpPr>
      <p:grpSpPr>
        <a:xfrm>
          <a:off x="0" y="0"/>
          <a:ext cx="0" cy="0"/>
          <a:chOff x="0" y="0"/>
          <a:chExt cx="0" cy="0"/>
        </a:xfrm>
      </p:grpSpPr>
      <p:sp>
        <p:nvSpPr>
          <p:cNvPr id="261" name="Google Shape;261;p32"/>
          <p:cNvSpPr txBox="1"/>
          <p:nvPr/>
        </p:nvSpPr>
        <p:spPr>
          <a:xfrm>
            <a:off x="254376" y="863585"/>
            <a:ext cx="8721536" cy="253916"/>
          </a:xfrm>
          <a:prstGeom prst="rect">
            <a:avLst/>
          </a:prstGeom>
          <a:noFill/>
          <a:ln>
            <a:noFill/>
          </a:ln>
        </p:spPr>
        <p:txBody>
          <a:bodyPr anchorCtr="0" anchor="t" bIns="11425" lIns="22850" spcFirstLastPara="1" rIns="22850" wrap="square" tIns="11425">
            <a:spAutoFit/>
          </a:bodyPr>
          <a:lstStyle/>
          <a:p>
            <a:pPr indent="0" lvl="0" marL="0" marR="0" rtl="0" algn="l">
              <a:spcBef>
                <a:spcPts val="0"/>
              </a:spcBef>
              <a:spcAft>
                <a:spcPts val="0"/>
              </a:spcAft>
              <a:buNone/>
            </a:pPr>
            <a:r>
              <a:rPr lang="en-GB" sz="1500">
                <a:solidFill>
                  <a:srgbClr val="FFFF00"/>
                </a:solidFill>
                <a:latin typeface="Poppins"/>
                <a:ea typeface="Poppins"/>
                <a:cs typeface="Poppins"/>
                <a:sym typeface="Poppins"/>
              </a:rPr>
              <a:t>Type question here</a:t>
            </a:r>
            <a:endParaRPr sz="400"/>
          </a:p>
        </p:txBody>
      </p:sp>
      <p:grpSp>
        <p:nvGrpSpPr>
          <p:cNvPr id="262" name="Google Shape;262;p32"/>
          <p:cNvGrpSpPr/>
          <p:nvPr/>
        </p:nvGrpSpPr>
        <p:grpSpPr>
          <a:xfrm>
            <a:off x="8461572" y="-156472"/>
            <a:ext cx="514339" cy="667384"/>
            <a:chOff x="11306724" y="96065"/>
            <a:chExt cx="685786" cy="889845"/>
          </a:xfrm>
        </p:grpSpPr>
        <p:sp>
          <p:nvSpPr>
            <p:cNvPr id="263" name="Google Shape;263;p32"/>
            <p:cNvSpPr/>
            <p:nvPr/>
          </p:nvSpPr>
          <p:spPr>
            <a:xfrm flipH="1" rot="10800000">
              <a:off x="11306724" y="96065"/>
              <a:ext cx="685786" cy="889845"/>
            </a:xfrm>
            <a:prstGeom prst="round2SameRect">
              <a:avLst>
                <a:gd fmla="val 50000" name="adj1"/>
                <a:gd fmla="val 0" name="adj2"/>
              </a:avLst>
            </a:prstGeom>
            <a:solidFill>
              <a:schemeClr val="lt1"/>
            </a:solidFill>
            <a:ln>
              <a:noFill/>
            </a:ln>
            <a:effectLst>
              <a:outerShdw blurRad="50800" rotWithShape="0" algn="t" dir="5400000" dist="38100">
                <a:srgbClr val="000000">
                  <a:alpha val="40000"/>
                </a:srgbClr>
              </a:outerShdw>
            </a:effectLst>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4100">
                <a:solidFill>
                  <a:schemeClr val="lt1"/>
                </a:solidFill>
                <a:latin typeface="Arial"/>
                <a:ea typeface="Arial"/>
                <a:cs typeface="Arial"/>
                <a:sym typeface="Arial"/>
              </a:endParaRPr>
            </a:p>
          </p:txBody>
        </p:sp>
        <p:pic>
          <p:nvPicPr>
            <p:cNvPr id="264" name="Google Shape;264;p32"/>
            <p:cNvPicPr preferRelativeResize="0"/>
            <p:nvPr/>
          </p:nvPicPr>
          <p:blipFill rotWithShape="1">
            <a:blip r:embed="rId4">
              <a:alphaModFix/>
            </a:blip>
            <a:srcRect b="9836" l="8081" r="10621" t="7836"/>
            <a:stretch/>
          </p:blipFill>
          <p:spPr>
            <a:xfrm>
              <a:off x="11373763" y="365125"/>
              <a:ext cx="551707" cy="546550"/>
            </a:xfrm>
            <a:prstGeom prst="ellipse">
              <a:avLst/>
            </a:prstGeom>
            <a:noFill/>
            <a:ln>
              <a:noFill/>
            </a:ln>
          </p:spPr>
        </p:pic>
      </p:grpSp>
      <p:sp>
        <p:nvSpPr>
          <p:cNvPr id="265" name="Google Shape;265;p32"/>
          <p:cNvSpPr/>
          <p:nvPr/>
        </p:nvSpPr>
        <p:spPr>
          <a:xfrm>
            <a:off x="-363401" y="314704"/>
            <a:ext cx="2027920" cy="392415"/>
          </a:xfrm>
          <a:prstGeom prst="roundRect">
            <a:avLst>
              <a:gd fmla="val 50000" name="adj"/>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266" name="Google Shape;266;p32"/>
          <p:cNvSpPr txBox="1"/>
          <p:nvPr/>
        </p:nvSpPr>
        <p:spPr>
          <a:xfrm>
            <a:off x="251223" y="383954"/>
            <a:ext cx="1201059" cy="253916"/>
          </a:xfrm>
          <a:prstGeom prst="rect">
            <a:avLst/>
          </a:prstGeom>
          <a:noFill/>
          <a:ln>
            <a:noFill/>
          </a:ln>
        </p:spPr>
        <p:txBody>
          <a:bodyPr anchorCtr="0" anchor="t" bIns="11425" lIns="22850" spcFirstLastPara="1" rIns="22850" wrap="square" tIns="11425">
            <a:spAutoFit/>
          </a:bodyPr>
          <a:lstStyle/>
          <a:p>
            <a:pPr indent="0" lvl="0" marL="0" marR="0" rtl="0" algn="l">
              <a:lnSpc>
                <a:spcPct val="100000"/>
              </a:lnSpc>
              <a:spcBef>
                <a:spcPts val="0"/>
              </a:spcBef>
              <a:spcAft>
                <a:spcPts val="0"/>
              </a:spcAft>
              <a:buClr>
                <a:schemeClr val="lt1"/>
              </a:buClr>
              <a:buSzPts val="1500"/>
              <a:buFont typeface="Poppins"/>
              <a:buNone/>
            </a:pPr>
            <a:r>
              <a:rPr b="1" i="0" lang="en-GB" sz="1500" u="none" cap="none" strike="noStrike">
                <a:solidFill>
                  <a:schemeClr val="lt1"/>
                </a:solidFill>
                <a:latin typeface="Poppins"/>
                <a:ea typeface="Poppins"/>
                <a:cs typeface="Poppins"/>
                <a:sym typeface="Poppins"/>
              </a:rPr>
              <a:t>QUESTION</a:t>
            </a:r>
            <a:endParaRPr sz="400"/>
          </a:p>
        </p:txBody>
      </p:sp>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0" name="Shape 270"/>
        <p:cNvGrpSpPr/>
        <p:nvPr/>
      </p:nvGrpSpPr>
      <p:grpSpPr>
        <a:xfrm>
          <a:off x="0" y="0"/>
          <a:ext cx="0" cy="0"/>
          <a:chOff x="0" y="0"/>
          <a:chExt cx="0" cy="0"/>
        </a:xfrm>
      </p:grpSpPr>
      <p:sp>
        <p:nvSpPr>
          <p:cNvPr id="271" name="Google Shape;271;p33"/>
          <p:cNvSpPr/>
          <p:nvPr/>
        </p:nvSpPr>
        <p:spPr>
          <a:xfrm>
            <a:off x="1713053" y="1024759"/>
            <a:ext cx="5539085" cy="2788376"/>
          </a:xfrm>
          <a:prstGeom prst="roundRect">
            <a:avLst>
              <a:gd fmla="val 16667" name="adj"/>
            </a:avLst>
          </a:prstGeom>
          <a:gradFill>
            <a:gsLst>
              <a:gs pos="0">
                <a:srgbClr val="410061"/>
              </a:gs>
              <a:gs pos="100000">
                <a:srgbClr val="180132"/>
              </a:gs>
            </a:gsLst>
            <a:lin ang="5400000" scaled="0"/>
          </a:gradFill>
          <a:ln cap="flat" cmpd="sng" w="19050">
            <a:solidFill>
              <a:srgbClr val="BFBFB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cxnSp>
        <p:nvCxnSpPr>
          <p:cNvPr id="272" name="Google Shape;272;p33"/>
          <p:cNvCxnSpPr/>
          <p:nvPr/>
        </p:nvCxnSpPr>
        <p:spPr>
          <a:xfrm>
            <a:off x="2392318" y="3180343"/>
            <a:ext cx="4180556" cy="0"/>
          </a:xfrm>
          <a:prstGeom prst="straightConnector1">
            <a:avLst/>
          </a:prstGeom>
          <a:noFill/>
          <a:ln cap="flat" cmpd="sng" w="25400">
            <a:solidFill>
              <a:schemeClr val="lt1"/>
            </a:solidFill>
            <a:prstDash val="solid"/>
            <a:miter lim="8000"/>
            <a:headEnd len="sm" w="sm" type="none"/>
            <a:tailEnd len="sm" w="sm" type="none"/>
          </a:ln>
        </p:spPr>
      </p:cxnSp>
      <p:sp>
        <p:nvSpPr>
          <p:cNvPr id="273" name="Google Shape;273;p33"/>
          <p:cNvSpPr/>
          <p:nvPr/>
        </p:nvSpPr>
        <p:spPr>
          <a:xfrm>
            <a:off x="3329907" y="2835087"/>
            <a:ext cx="2137410" cy="690513"/>
          </a:xfrm>
          <a:prstGeom prst="roundRect">
            <a:avLst>
              <a:gd fmla="val 15486" name="adj"/>
            </a:avLst>
          </a:prstGeom>
          <a:solidFill>
            <a:srgbClr val="1E0E0A"/>
          </a:solidFill>
          <a:ln cap="flat" cmpd="sng" w="31750">
            <a:solidFill>
              <a:schemeClr val="lt1"/>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74" name="Google Shape;274;p33"/>
          <p:cNvSpPr/>
          <p:nvPr/>
        </p:nvSpPr>
        <p:spPr>
          <a:xfrm>
            <a:off x="3397365" y="2904049"/>
            <a:ext cx="2002494" cy="552590"/>
          </a:xfrm>
          <a:prstGeom prst="roundRect">
            <a:avLst>
              <a:gd fmla="val 15486" name="adj"/>
            </a:avLst>
          </a:prstGeom>
          <a:gradFill>
            <a:gsLst>
              <a:gs pos="0">
                <a:srgbClr val="FDFA00"/>
              </a:gs>
              <a:gs pos="100000">
                <a:srgbClr val="F59000"/>
              </a:gs>
            </a:gsLst>
            <a:lin ang="2700000" scaled="0"/>
          </a:gradFill>
          <a:ln>
            <a:noFill/>
          </a:ln>
        </p:spPr>
        <p:txBody>
          <a:bodyPr anchorCtr="0" anchor="ctr" bIns="11425" lIns="22850" spcFirstLastPara="1" rIns="22850" wrap="square" tIns="11425">
            <a:noAutofit/>
          </a:bodyPr>
          <a:lstStyle/>
          <a:p>
            <a:pPr indent="0" lvl="0" marL="0" marR="0" rtl="0" algn="ctr">
              <a:spcBef>
                <a:spcPts val="0"/>
              </a:spcBef>
              <a:spcAft>
                <a:spcPts val="0"/>
              </a:spcAft>
              <a:buNone/>
            </a:pPr>
            <a:r>
              <a:rPr lang="en-GB" sz="4100">
                <a:solidFill>
                  <a:srgbClr val="240207"/>
                </a:solidFill>
                <a:latin typeface="Poppins ExtraBold"/>
                <a:ea typeface="Poppins ExtraBold"/>
                <a:cs typeface="Poppins ExtraBold"/>
                <a:sym typeface="Poppins ExtraBold"/>
              </a:rPr>
              <a:t>YOU</a:t>
            </a:r>
            <a:endParaRPr sz="400"/>
          </a:p>
        </p:txBody>
      </p:sp>
      <p:sp>
        <p:nvSpPr>
          <p:cNvPr id="275" name="Google Shape;275;p33"/>
          <p:cNvSpPr/>
          <p:nvPr/>
        </p:nvSpPr>
        <p:spPr>
          <a:xfrm>
            <a:off x="2576215" y="1753728"/>
            <a:ext cx="3812761" cy="874026"/>
          </a:xfrm>
          <a:prstGeom prst="roundRect">
            <a:avLst>
              <a:gd fmla="val 15486" name="adj"/>
            </a:avLst>
          </a:prstGeom>
          <a:noFill/>
          <a:ln>
            <a:noFill/>
          </a:ln>
        </p:spPr>
        <p:txBody>
          <a:bodyPr anchorCtr="0" anchor="ctr" bIns="11425" lIns="22850" spcFirstLastPara="1" rIns="22850" wrap="square" tIns="11425">
            <a:noAutofit/>
          </a:bodyPr>
          <a:lstStyle/>
          <a:p>
            <a:pPr indent="0" lvl="0" marL="0" marR="0" rtl="0" algn="ctr">
              <a:spcBef>
                <a:spcPts val="0"/>
              </a:spcBef>
              <a:spcAft>
                <a:spcPts val="0"/>
              </a:spcAft>
              <a:buNone/>
            </a:pPr>
            <a:r>
              <a:rPr b="1" lang="en-GB" sz="10300">
                <a:solidFill>
                  <a:srgbClr val="FDFA00"/>
                </a:solidFill>
                <a:latin typeface="Impact"/>
                <a:ea typeface="Impact"/>
                <a:cs typeface="Impact"/>
                <a:sym typeface="Impact"/>
              </a:rPr>
              <a:t>Thank</a:t>
            </a:r>
            <a:endParaRPr sz="400"/>
          </a:p>
        </p:txBody>
      </p:sp>
      <p:sp>
        <p:nvSpPr>
          <p:cNvPr id="276" name="Google Shape;276;p33"/>
          <p:cNvSpPr/>
          <p:nvPr/>
        </p:nvSpPr>
        <p:spPr>
          <a:xfrm rot="10800000">
            <a:off x="8397239" y="-30111"/>
            <a:ext cx="586568" cy="814110"/>
          </a:xfrm>
          <a:prstGeom prst="round2SameRect">
            <a:avLst>
              <a:gd fmla="val 50000" name="adj1"/>
              <a:gd fmla="val 0" name="adj2"/>
            </a:avLst>
          </a:prstGeom>
          <a:solidFill>
            <a:schemeClr val="dk1"/>
          </a:solidFill>
          <a:ln cap="flat" cmpd="sng" w="19050">
            <a:solidFill>
              <a:srgbClr val="7F7F7F"/>
            </a:solidFill>
            <a:prstDash val="solid"/>
            <a:miter lim="8000"/>
            <a:headEnd len="sm" w="sm" type="none"/>
            <a:tailEnd len="sm" w="sm" type="none"/>
          </a:ln>
        </p:spPr>
        <p:txBody>
          <a:bodyPr anchorCtr="0" anchor="ctr" bIns="11425" lIns="22850" spcFirstLastPara="1" rIns="22850" wrap="square" tIns="11425">
            <a:noAutofit/>
          </a:bodyPr>
          <a:lstStyle/>
          <a:p>
            <a:pPr indent="0" lvl="0" marL="0" marR="0" rtl="0" algn="ctr">
              <a:spcBef>
                <a:spcPts val="0"/>
              </a:spcBef>
              <a:spcAft>
                <a:spcPts val="0"/>
              </a:spcAft>
              <a:buNone/>
            </a:pPr>
            <a:r>
              <a:t/>
            </a:r>
            <a:endParaRPr sz="500">
              <a:solidFill>
                <a:schemeClr val="lt1"/>
              </a:solidFill>
              <a:latin typeface="Arial"/>
              <a:ea typeface="Arial"/>
              <a:cs typeface="Arial"/>
              <a:sym typeface="Arial"/>
            </a:endParaRPr>
          </a:p>
        </p:txBody>
      </p:sp>
      <p:pic>
        <p:nvPicPr>
          <p:cNvPr descr="A white circle with a black letter in it&#10;&#10;AI-generated content may be incorrect." id="277" name="Google Shape;277;p33"/>
          <p:cNvPicPr preferRelativeResize="0"/>
          <p:nvPr/>
        </p:nvPicPr>
        <p:blipFill rotWithShape="1">
          <a:blip r:embed="rId4">
            <a:alphaModFix/>
          </a:blip>
          <a:srcRect b="0" l="0" r="0" t="0"/>
          <a:stretch/>
        </p:blipFill>
        <p:spPr>
          <a:xfrm>
            <a:off x="8455677" y="218043"/>
            <a:ext cx="469694" cy="469694"/>
          </a:xfrm>
          <a:prstGeom prst="rect">
            <a:avLst/>
          </a:prstGeom>
          <a:noFill/>
          <a:ln>
            <a:noFill/>
          </a:ln>
        </p:spPr>
      </p:pic>
      <p:pic>
        <p:nvPicPr>
          <p:cNvPr id="278" name="Google Shape;278;p33"/>
          <p:cNvPicPr preferRelativeResize="0"/>
          <p:nvPr/>
        </p:nvPicPr>
        <p:blipFill rotWithShape="1">
          <a:blip r:embed="rId5">
            <a:alphaModFix/>
          </a:blip>
          <a:srcRect b="0" l="0" r="0" t="0"/>
          <a:stretch/>
        </p:blipFill>
        <p:spPr>
          <a:xfrm>
            <a:off x="2063860" y="3708447"/>
            <a:ext cx="4837471" cy="235279"/>
          </a:xfrm>
          <a:prstGeom prst="rect">
            <a:avLst/>
          </a:prstGeom>
          <a:noFill/>
          <a:ln>
            <a:noFill/>
          </a:ln>
        </p:spPr>
      </p:pic>
    </p:spTree>
  </p:cSld>
  <p:clrMapOvr>
    <a:masterClrMapping/>
  </p:clrMapOvr>
  <p:transition spd="slow">
    <p:fade thruBlk="1"/>
  </p:transition>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